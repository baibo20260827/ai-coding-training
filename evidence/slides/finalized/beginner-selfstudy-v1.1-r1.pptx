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088b7855143a3" /><Relationship Type="http://schemas.openxmlformats.org/officeDocument/2006/relationships/extended-properties" Target="/docProps/app.xml" Id="Rc03ad8b1551145bb" /><Relationship Type="http://schemas.openxmlformats.org/officeDocument/2006/relationships/officeDocument" Target="/ppt/presentation.xml" Id="Rc860f3c3163f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14473d57242a9"/>
  </p:sldMasterIdLst>
  <p:notesMasterIdLst>
    <p:notesMasterId xmlns:r="http://schemas.openxmlformats.org/officeDocument/2006/relationships" r:id="R9a9435adf35d46ac"/>
  </p:notesMasterIdLst>
  <p:sldIdLst>
    <p:sldId xmlns:r="http://schemas.openxmlformats.org/officeDocument/2006/relationships" id="256" r:id="R6cf3eeb388ea4634"/>
    <p:sldId xmlns:r="http://schemas.openxmlformats.org/officeDocument/2006/relationships" id="257" r:id="R594e49d0c14047d0"/>
    <p:sldId xmlns:r="http://schemas.openxmlformats.org/officeDocument/2006/relationships" id="258" r:id="R565efa4e5c2e48f6"/>
    <p:sldId xmlns:r="http://schemas.openxmlformats.org/officeDocument/2006/relationships" id="259" r:id="R4f77ac5cd1a94ac5"/>
    <p:sldId xmlns:r="http://schemas.openxmlformats.org/officeDocument/2006/relationships" id="260" r:id="Rc565ea60290f43f2"/>
    <p:sldId xmlns:r="http://schemas.openxmlformats.org/officeDocument/2006/relationships" id="261" r:id="R69ce3929a663455a"/>
    <p:sldId xmlns:r="http://schemas.openxmlformats.org/officeDocument/2006/relationships" id="262" r:id="R198de380ab754b9a"/>
    <p:sldId xmlns:r="http://schemas.openxmlformats.org/officeDocument/2006/relationships" id="263" r:id="R497bf03ca4964ef0"/>
    <p:sldId xmlns:r="http://schemas.openxmlformats.org/officeDocument/2006/relationships" id="264" r:id="R5228b8badba845f9"/>
    <p:sldId xmlns:r="http://schemas.openxmlformats.org/officeDocument/2006/relationships" id="265" r:id="R873e3107386b48f5"/>
    <p:sldId xmlns:r="http://schemas.openxmlformats.org/officeDocument/2006/relationships" id="266" r:id="R42bc0b17f32d48c2"/>
    <p:sldId xmlns:r="http://schemas.openxmlformats.org/officeDocument/2006/relationships" id="267" r:id="R0b74553db51f467a"/>
    <p:sldId xmlns:r="http://schemas.openxmlformats.org/officeDocument/2006/relationships" id="268" r:id="R5678f95824bc4f13"/>
    <p:sldId xmlns:r="http://schemas.openxmlformats.org/officeDocument/2006/relationships" id="269" r:id="Rfa70a00f9a5d4648"/>
    <p:sldId xmlns:r="http://schemas.openxmlformats.org/officeDocument/2006/relationships" id="270" r:id="Rf3aceefc2d444854"/>
    <p:sldId xmlns:r="http://schemas.openxmlformats.org/officeDocument/2006/relationships" id="271" r:id="R874f84c0d5ab4860"/>
    <p:sldId xmlns:r="http://schemas.openxmlformats.org/officeDocument/2006/relationships" id="272" r:id="Rf10e3f1b1936430c"/>
    <p:sldId xmlns:r="http://schemas.openxmlformats.org/officeDocument/2006/relationships" id="273" r:id="R359d19f4fb7a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b4c891fbb44b5" /><Relationship Type="http://schemas.openxmlformats.org/officeDocument/2006/relationships/slideMaster" Target="/ppt/slideMasters/slideMaster1.xml" Id="R65f14473d57242a9" /><Relationship Type="http://schemas.openxmlformats.org/officeDocument/2006/relationships/notesMaster" Target="/ppt/notesMasters/notesMaster1.xml" Id="R9a9435adf35d46ac" /><Relationship Type="http://schemas.openxmlformats.org/officeDocument/2006/relationships/presProps" Target="/ppt/presProps.xml" Id="Ra699f29e897d4e7d" /><Relationship Type="http://schemas.openxmlformats.org/officeDocument/2006/relationships/tableStyles" Target="/ppt/tableStyles.xml" Id="R0378991fd4044c4c" /><Relationship Type="http://schemas.openxmlformats.org/officeDocument/2006/relationships/slide" Target="/ppt/slides/slide1.xml" Id="R6cf3eeb388ea4634" /><Relationship Type="http://schemas.openxmlformats.org/officeDocument/2006/relationships/slide" Target="/ppt/slides/slide2.xml" Id="R594e49d0c14047d0" /><Relationship Type="http://schemas.openxmlformats.org/officeDocument/2006/relationships/slide" Target="/ppt/slides/slide3.xml" Id="R565efa4e5c2e48f6" /><Relationship Type="http://schemas.openxmlformats.org/officeDocument/2006/relationships/slide" Target="/ppt/slides/slide4.xml" Id="R4f77ac5cd1a94ac5" /><Relationship Type="http://schemas.openxmlformats.org/officeDocument/2006/relationships/slide" Target="/ppt/slides/slide5.xml" Id="Rc565ea60290f43f2" /><Relationship Type="http://schemas.openxmlformats.org/officeDocument/2006/relationships/slide" Target="/ppt/slides/slide6.xml" Id="R69ce3929a663455a" /><Relationship Type="http://schemas.openxmlformats.org/officeDocument/2006/relationships/slide" Target="/ppt/slides/slide7.xml" Id="R198de380ab754b9a" /><Relationship Type="http://schemas.openxmlformats.org/officeDocument/2006/relationships/slide" Target="/ppt/slides/slide8.xml" Id="R497bf03ca4964ef0" /><Relationship Type="http://schemas.openxmlformats.org/officeDocument/2006/relationships/slide" Target="/ppt/slides/slide9.xml" Id="R5228b8badba845f9" /><Relationship Type="http://schemas.openxmlformats.org/officeDocument/2006/relationships/slide" Target="/ppt/slides/slide10.xml" Id="R873e3107386b48f5" /><Relationship Type="http://schemas.openxmlformats.org/officeDocument/2006/relationships/slide" Target="/ppt/slides/slide11.xml" Id="R42bc0b17f32d48c2" /><Relationship Type="http://schemas.openxmlformats.org/officeDocument/2006/relationships/slide" Target="/ppt/slides/slide12.xml" Id="R0b74553db51f467a" /><Relationship Type="http://schemas.openxmlformats.org/officeDocument/2006/relationships/slide" Target="/ppt/slides/slide13.xml" Id="R5678f95824bc4f13" /><Relationship Type="http://schemas.openxmlformats.org/officeDocument/2006/relationships/slide" Target="/ppt/slides/slide14.xml" Id="Rfa70a00f9a5d4648" /><Relationship Type="http://schemas.openxmlformats.org/officeDocument/2006/relationships/slide" Target="/ppt/slides/slide15.xml" Id="Rf3aceefc2d444854" /><Relationship Type="http://schemas.openxmlformats.org/officeDocument/2006/relationships/slide" Target="/ppt/slides/slide16.xml" Id="R874f84c0d5ab4860" /><Relationship Type="http://schemas.openxmlformats.org/officeDocument/2006/relationships/slide" Target="/ppt/slides/slide17.xml" Id="Rf10e3f1b1936430c" /><Relationship Type="http://schemas.openxmlformats.org/officeDocument/2006/relationships/slide" Target="/ppt/slides/slide18.xml" Id="R359d19f4fb7a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cee7c8adf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4a8fb85e55476c" /><Relationship Type="http://schemas.openxmlformats.org/officeDocument/2006/relationships/notesMaster" Target="/ppt/notesMasters/notesMaster1.xml" Id="R8f2a2cc67873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c6897faef84efb" /><Relationship Type="http://schemas.openxmlformats.org/officeDocument/2006/relationships/notesMaster" Target="/ppt/notesMasters/notesMaster1.xml" Id="Rb0aae33e8f38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5e5f56d65410b" /><Relationship Type="http://schemas.openxmlformats.org/officeDocument/2006/relationships/notesMaster" Target="/ppt/notesMasters/notesMaster1.xml" Id="Rc71be7204004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53af4fb894e7e" /><Relationship Type="http://schemas.openxmlformats.org/officeDocument/2006/relationships/notesMaster" Target="/ppt/notesMasters/notesMaster1.xml" Id="R54f1ae56eb734d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8fdc954944664" /><Relationship Type="http://schemas.openxmlformats.org/officeDocument/2006/relationships/notesMaster" Target="/ppt/notesMasters/notesMaster1.xml" Id="Rb0404fd0c395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f6e2d866f845ca" /><Relationship Type="http://schemas.openxmlformats.org/officeDocument/2006/relationships/notesMaster" Target="/ppt/notesMasters/notesMaster1.xml" Id="R13f09a9d9934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65d130009e48de" /><Relationship Type="http://schemas.openxmlformats.org/officeDocument/2006/relationships/notesMaster" Target="/ppt/notesMasters/notesMaster1.xml" Id="R2bf91529692f40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6a48303d4d4407" /><Relationship Type="http://schemas.openxmlformats.org/officeDocument/2006/relationships/notesMaster" Target="/ppt/notesMasters/notesMaster1.xml" Id="Raabc2ba52b41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4ba6bd67fc42cb" /><Relationship Type="http://schemas.openxmlformats.org/officeDocument/2006/relationships/notesMaster" Target="/ppt/notesMasters/notesMaster1.xml" Id="R33180bf7fbd349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6c00ab34e42af" /><Relationship Type="http://schemas.openxmlformats.org/officeDocument/2006/relationships/notesMaster" Target="/ppt/notesMasters/notesMaster1.xml" Id="R1424f31a2b7c47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b587e3b12e4730" /><Relationship Type="http://schemas.openxmlformats.org/officeDocument/2006/relationships/notesMaster" Target="/ppt/notesMasters/notesMaster1.xml" Id="R346875c56bc643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e21f8233bd4b4b" /><Relationship Type="http://schemas.openxmlformats.org/officeDocument/2006/relationships/notesMaster" Target="/ppt/notesMasters/notesMaster1.xml" Id="R5edc718daaf14c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4a355b0a2745a8" /><Relationship Type="http://schemas.openxmlformats.org/officeDocument/2006/relationships/notesMaster" Target="/ppt/notesMasters/notesMaster1.xml" Id="R64f0d2ec59db4c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65dfdac7f642eb" /><Relationship Type="http://schemas.openxmlformats.org/officeDocument/2006/relationships/notesMaster" Target="/ppt/notesMasters/notesMaster1.xml" Id="R1785c76156c04c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151a23ed0043aa" /><Relationship Type="http://schemas.openxmlformats.org/officeDocument/2006/relationships/notesMaster" Target="/ppt/notesMasters/notesMaster1.xml" Id="R6e0737f8dfb948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d12a03a24a4715" /><Relationship Type="http://schemas.openxmlformats.org/officeDocument/2006/relationships/notesMaster" Target="/ppt/notesMasters/notesMaster1.xml" Id="R6428112ab1f541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c6ea23ab774644" /><Relationship Type="http://schemas.openxmlformats.org/officeDocument/2006/relationships/notesMaster" Target="/ppt/notesMasters/notesMaster1.xml" Id="R74dab7d29db948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cdc22e9eda4786" /><Relationship Type="http://schemas.openxmlformats.org/officeDocument/2006/relationships/notesMaster" Target="/ppt/notesMasters/notesMaster1.xml" Id="Rbe442c5df20e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从想法到验收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这份材料从用户、输入、规则、数据和结果解释一个小软件。自学顺序：第 2—4 页了解失败案例，第 5—8 页认识需求与软件组成，第 9—12 页独立运行并检查应用，第 13—18 页完成小变更、问题报告和自检。阅读补充说明在 beginner-notes.md。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完成证明：一张场景卡、一组正常与异常验收、一次可解释的小变更，以及真实操作结果。先在本地合成数据上练习。无法确定代码或数据影响时，保留问题并请求技术复核，不需要假设有现场讲授者。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原约定是周五试用查看、预约和取消。新增审批引入了审批人、驳回处理、待审批记录可见范围等未确认事项。页面已能操作，只能说明部分实现已完成，不能据此判断新增范围可以按原日期交付。一次试用因此暂缓，团队需要重新核对范围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自行判断：新增审批属于原范围缺陷，还是新需求？在承诺日期之前至少需要哪些证据？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自检：审批是新需求。基础功能是否合格要单独验收。决策需要原范围与验收状态、新增规则、受影响任务、依赖、日期预测及可选方案。本故事没有实际估算数据，不能据此给出具体延期天数。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这是虚构的错误修改情境。相邻预约误判修复后，重叠预约也被允许。测试变绿，是因为错误修改同时改变了测试预期。工程师暂缓合并，故障尚未交给真实用户。关键问题在于测试是否仍对应已确认业务规则。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自行判断：已有 10:00—11:00，接着预约 11:00—12:00 应当允许。改为 10:30—11:30 应当拒绝。不要先阅读实现，先写下这两个独立预期，再查看测试差异。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自检：能说明预期来自业务规则，并指出测试预期变化需要什么需求依据。该情境不代表每次 AI 修改都会发生同样问题。故障脚本与正确实现的比较见工程师材料。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这是虚构学习情境。页面能够接收输入并显示预约，但刷新后记录消失。故事预设记录只保存在页面内存，真实项目出现同样现象时仍需先复现、再排查，不能直接套用这个原因。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自行写出三项验收：提交后刷新仍能看到预约，同一日期重叠时段不能重复预约，取消后原时段重新可用。随后把软件拆成输入、规则、数据和结果，说明每项验收涉及哪些部分。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自检：能用操作步骤、预期与实际描述一个问题，而不是只说不好用。页面完成不等于整个预约流程可靠。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页：一个软件里发生了什么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预约操作由页面、接口、规则和数据共同完成。页面接收日期与时间，接口把操作送给程序，程序检查格式与冲突，数据层保存预约。页面显示成功是结果之一，但刷新后仍能看到记录，需要从已保存的数据重新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动手：用自己的话写出从点击预约到列表显示之间的过程，给每一步标出输入与输出。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自检：如果只做了页面，哪项行为无法保证？答案应包含持久化或冲突检查等页面之外的职责。无需先背编程语法，先能解释行为。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页：一张客户场景卡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场景卡把模糊想法变成可操作需求：谁使用、想完成什么、输入什么、应该看到什么。教学边界是一间会议室、09:00—18:00、半小时边界、每次预约不跨日期。本地例子无登录与审批。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动手：为你想做的另一个小工具填写这四项，再写出一项暂不做的功能和一项异常情况。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自检：读者是否能照着描述进行操作并判断成功？真实业务负责人和验收人需要明确，尚未确认的内容写为假设。单日不等于只能预约今天。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页：我能亲手检查的验收例子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验收比较预期与实际。先把正常、冲突、取消和保存的预期写下来，再操作应用。每项记录输入、步骤、结果和证据。界面看起来正常不足以证明全部行为可靠。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动手：建立一份自己的验收记录，逐项执行 A02、A03、A04、A05。保持相同日期和应用实例，避免查错日期。未运行的项写未执行。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自检：刷新和服务重启要分别验证。业务操作可以独立检查，并发、数据安全和真实发布等技术判断应请求合适人员复核。自动脚本也需要与用户关心的行为对应。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页：4A：从四个角度看小工具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 回答谁做什么及业务规则，AA 回答程序怎样分工，DA 回答保存哪些数据与关系，TA 回答在哪里运行及依赖什么。图中一条预约对应多个半小时占用格，同日每格只能被占用一次，取消时释放这些格。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动手：沿图解释一次预约：页面提交，程序检查，数据库保存，返回结果。再指出刷新后需要哪一部分取回记录。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自检：能否把查看空闲、页面、预约记录和 Python 服务分别对应到适合的视图？四类视图帮助理解同一系统，不要求记住所有代码。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sqlite: https://docs.python.org/3/library/sqlite3.html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页：第一次启动本地工具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先确认有可用的 Python 3，且包含 sqlite3。项目根目录就是 README 所在目录。在终端执行启动命令并保持它运行，再打开本机地址。127.0.0.1 指自己的电脑，另一台电脑的同一地址不是你的程序。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动手：运行命令并打开页面，仅使用虚构预约信息。如果报错，保存完整命令、所在目录和错误文字，按 demo/README.md 或 FAQ 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自检：能看到本地页面，终端仍在运行，访问地址正确。端口冲突或缺少 Python 时应依据错误处理，不连续盲改文件。示例不要开放到外部网络。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页：一次成功预约与刷新检查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选择没有预约的教学日期，建立 10:00—11:00 的预约，使用虚构姓名和用途。检查成功提示、列表日期和时段，然后刷新并查看同一日期。刷新成功后，再验证停止和重启服务后的记录。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动手：把一次完整操作记入验收表，包括日期、输入、步骤、预期与实际。停止服务可在运行终端使用 Ctrl+C，再执行相同启动命令。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自检：记录在刷新和重启后都存在。若查不到，先核对日期、地址与数据库位置，不直接断定数据已丢失。更多操作见 demo/WALKTHROUGH.md。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页：相邻可以，重叠不可以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两个例子都在同一日期。已有预约结束于 11:00，下一条从 11:00 开始，两者相邻，可以共存。从 10:30 到 11:30 则与已有预约重叠，应拒绝。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动手：分别执行这两种输入，记录结果。每个例子开始前核对现有记录，避免前一个测试生成的数据影响后一个。随后取消自己建立的原预约，再验证原时段可用。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自检：相邻成功、重叠拒绝、取消释放。结果不符时保留最短复现，先理解问题再继续叠加数据。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页：出现问题时的求助说明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有用的问题报告包含操作、预期、实际和环境。例如在某目录运行启动命令，终端出现某错误，浏览器访问某地址未打开。这样的记录比打不开更容易排查。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动手：把一个遇到的问题写成可复现说明，附必要错误文字。使用前检查记录是否包含真实个人信息或凭据，练习优先合成数据。每次只尝试一个有依据的排查步骤，并记录变化。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自检：另一个人能否照步骤复现，并知道你想得到什么结果？涉及不确定的数据删除、权限或对外部署时，请相应负责人判断。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页：一个可用的 AI 任务说明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任务说明写清场景、范围、验收和过程。本页例子只调整输入提示，预约业务规则仍然保留。可以先让 AI 解释理解、涉及文件和检查计划，再查看实际修改与输出。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动手：选择一条不清楚的提示，写出希望出现的具体文字和触发条件。修改后操作该错误输入，并检查原正常流程。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自检：验收能否实际观察？任务说明是否避免只有好用、智能等模糊词？AGENTS.md 提供长期约定，当前任务仍要具体。不能因为 AI 说完成就略过操作和差异检查。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页：练习：午休时段不可预约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新增练习假设午休为 12:00—13:00，只要预约与午休重叠就拒绝。11:00—12:00 和 13:00—14:00 仍允许。基线应用尚未实现此规则。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动手：先写验收，再让 AI 说明计划并完成修改。除两端相邻外，还检查 12:00—12:30、11:30—12:30、12:30—13:30 和 11:30—13:30。核对差异及实际结果。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只检查开始时间在午休内是不够的。回归原检查时，若原合法输入因新业务规则失效，应保留检查目的，调整输入并说明需求依据。旧预约如何处理是待确认问题，不能擅自删除。完成自己的方案后再阅读参考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页：新要求：增加主管审批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新增审批可能改变身份、权限、状态、通知、占用规则和旧数据处理。它目前只是变更练习。一个页面按钮生成得快，不能直接说明完整交付工作量小。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动手：写出审批人、待审批占用、驳回处理和旧预约四项需要确认的问题。比较原范围先交与审批分期交付，并列出影响范围。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自检：是否保留原承诺和新预测，是否把未确认内容标明？实际工期要考虑依赖与可并行工作，对外日期需要有权限的人确认。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页：交付前需要与客户说清的事项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部署是把程序放入约定环境并负责运行。DfX 在这里指预先规划性能、安全、可靠性、维护和运维等适用质量要求。初学者不必立即选复杂技术，但需要知道哪些问题要找谁确认。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动手：为自己的练习写出运行位置、数据范围、验收方法、备份恢复和责任人。未知项列为待确认。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自检：本机运行不代表已经具备生产条件。本例无登录，采用标准库 HTTP，真实部署需要额外设计与验证，Python 官方也不推荐 http.server 作为生产服务。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页：交付状态与工具求助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进度记录说明本次范围、已经完成的操作和证据、未通过项、阻塞及下一步。例如午休变更已完成代码，边界检查仍有一项失败，旧预约处理规则待确认。这样的状态比主体做好了更有用。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动手：为当前练习写四句话状态说明。业务规则问题交给需求或验收负责人，代码、数据和发布影响请求技术复核。工具不可用时先保存文件和记录。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自检：实现、验证、客户接受是否分别记录？有对外日期时，批准承诺与预测应分开，不能自己改承诺。替代工具仍需符合组织数据与权限要求。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页：完成证明与下一次改进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完成证明包括一张场景与验收卡、一次可解释的小变更、正常与异常检查结果，以及一份问题或交接记录。只复现材料里的正常操作还不足以证明能处理新任务。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 training/exercises.md 中的一个新任务，先独立写需求和验收，再借助 AI 或参考资料实现。完成后对照解析，记录差异及原因。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自检：能否解释修改影响，展示实际结果，识别边界，并在失败时提供可复现信息？把具体困惑加入问题记录，在下一项任务中检查是否改善。材料可阅读不代表已经形成能力。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b6d820bd9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50df606794cd6" /><Relationship Type="http://schemas.openxmlformats.org/officeDocument/2006/relationships/slideLayout" Target="/ppt/slideLayouts/slideLayout1.xml" Id="R24ffd00287c7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fd00287c7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84c7e28dc40d3" /><Relationship Type="http://schemas.openxmlformats.org/officeDocument/2006/relationships/notesSlide" Target="/ppt/notesSlides/notesSlide1.xml" Id="Rabc1587f123d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4bfd1a58424b" /><Relationship Type="http://schemas.openxmlformats.org/officeDocument/2006/relationships/notesSlide" Target="/ppt/notesSlides/notesSlide2.xml" Id="R4e936611227649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7d75940cc4912" /><Relationship Type="http://schemas.openxmlformats.org/officeDocument/2006/relationships/notesSlide" Target="/ppt/notesSlides/notesSlide3.xml" Id="Rae942e1e2e70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009135a8b4ab5" /><Relationship Type="http://schemas.openxmlformats.org/officeDocument/2006/relationships/notesSlide" Target="/ppt/notesSlides/notesSlide4.xml" Id="R8f6fd1923a21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046fc3aa04a61" /><Relationship Type="http://schemas.openxmlformats.org/officeDocument/2006/relationships/notesSlide" Target="/ppt/notesSlides/notesSlide5.xml" Id="Re36c670645e34d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8298873bb4437" /><Relationship Type="http://schemas.openxmlformats.org/officeDocument/2006/relationships/notesSlide" Target="/ppt/notesSlides/notesSlide6.xml" Id="R22665c18eb6941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1a9dbb46342f0" /><Relationship Type="http://schemas.openxmlformats.org/officeDocument/2006/relationships/notesSlide" Target="/ppt/notesSlides/notesSlide7.xml" Id="Ra6d9c457ee6d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a1d9b8eb42f0" /><Relationship Type="http://schemas.openxmlformats.org/officeDocument/2006/relationships/notesSlide" Target="/ppt/notesSlides/notesSlide8.xml" Id="R40f86d63d5c44a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7d298c914a26" /><Relationship Type="http://schemas.openxmlformats.org/officeDocument/2006/relationships/notesSlide" Target="/ppt/notesSlides/notesSlide9.xml" Id="Rd0c6a862e4f94e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dc0d6bf6f4656" /><Relationship Type="http://schemas.openxmlformats.org/officeDocument/2006/relationships/notesSlide" Target="/ppt/notesSlides/notesSlide10.xml" Id="R9a156f331ad341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7e65a0e5460c" /><Relationship Type="http://schemas.openxmlformats.org/officeDocument/2006/relationships/notesSlide" Target="/ppt/notesSlides/notesSlide11.xml" Id="R5ac9c39e4e434d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108d08c144c82" /><Relationship Type="http://schemas.openxmlformats.org/officeDocument/2006/relationships/notesSlide" Target="/ppt/notesSlides/notesSlide12.xml" Id="Rcdcbf5d772ec4e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27795f0a249af" /><Relationship Type="http://schemas.openxmlformats.org/officeDocument/2006/relationships/notesSlide" Target="/ppt/notesSlides/notesSlide13.xml" Id="R58d11fe25e7e43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f4de45c994050" /><Relationship Type="http://schemas.openxmlformats.org/officeDocument/2006/relationships/notesSlide" Target="/ppt/notesSlides/notesSlide14.xml" Id="R4ff4c5a43e1849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fd8b9213b4cee" /><Relationship Type="http://schemas.openxmlformats.org/officeDocument/2006/relationships/notesSlide" Target="/ppt/notesSlides/notesSlide15.xml" Id="R8480ec873fc746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ef334ce8d4d91" /><Relationship Type="http://schemas.openxmlformats.org/officeDocument/2006/relationships/notesSlide" Target="/ppt/notesSlides/notesSlide16.xml" Id="R64b715385e3141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b1a31cf9d4e76" /><Relationship Type="http://schemas.openxmlformats.org/officeDocument/2006/relationships/notesSlide" Target="/ppt/notesSlides/notesSlide17.xml" Id="R8c6ef7d3788440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bffcd15b5471a" /><Relationship Type="http://schemas.openxmlformats.org/officeDocument/2006/relationships/notesSlide" Target="/ppt/notesSlides/notesSlide18.xml" Id="Rcf2fd57b373b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1F80D7-37FF-4839-A2A4-854791E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零基础自学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3088BC-3B7E-4448-8ED4-1A83625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从想法到验收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4A4EBC-34B9-4C6F-AF43-B47C2E6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做出一个能解释、能检查的本地小工具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CBD3BA-3FFC-47F7-8249-56F11A8E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3ED0F8-0326-4073-9A04-367480DE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917375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DB9CC-9517-4086-8F54-DF66BFB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D465DA9-8870-4DD0-B3EA-E64B5F1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EDBD41-6830-491E-A586-841A453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8C4AAD-5EE1-4B38-B7A2-CA6A29B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57C654-E428-449D-9E47-7CB53AB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8CB1AA-087E-46BD-A670-7D58D051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4F6A1C-1FBB-4D19-886F-94755540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708B62-F6F9-4E04-851E-64A50AF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C9A5AD-7A11-4A80-A8C2-BBFF685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BC163F-21A0-4F5F-A334-D3386215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BF4A899-FE71-47ED-8814-9A968B9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AF1A3D-C56D-4E78-9889-324E6A8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225CF4-09BB-4CD2-929F-42F50385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754107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812C4-7374-46EA-A876-0CB0916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8CE8CBD-B391-4F5A-81AC-FC6DCDC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121CA8F-19B7-40B6-ADE0-043DE0C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2F2AEC-8503-40F3-98E3-889E184D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E3668E-433D-4EE9-87CA-A9A96704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60FAEA-A309-4267-80D7-CF97CCE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07ADBE-FB49-4DB7-B09E-27AC1FA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CE2511-AE0E-4FEC-8724-FBA8537A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9D1026-CECC-465E-A69E-C57E510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2DE686-41D1-4B87-B4D3-B57BEA41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D6983F-6DC0-41B2-B7D1-6E888F5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D3DE9C-EC41-477E-9112-A69BA1C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2DB0DC-037B-4BCA-A388-863273B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016848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094587-FE3C-45FE-A25E-F71ADB4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3D7401F-F41E-43A8-B9E6-B7A654C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D72FEBE-0E57-4875-8224-68D52BBA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408FB9-8434-4CFB-AB70-885CA09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889075-CE40-4D66-8437-0B22159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342208-89E0-4298-8505-2A79501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5F3C00-A5B5-4C6C-AF6C-9C5F698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E7B834-34B0-4941-B6D8-4CB10ED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8F72AB-C040-4A0D-9D56-746ECD9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E4034D-5EDB-4F40-B9C5-6055816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90CD9F-6100-4484-A97E-F9698CFB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769D3D-1822-4BD7-90A3-AC26142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F3FBF3-FB7D-44D3-823D-D5D813E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2128819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584379-282E-4A57-B7EE-1B8C152A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一个软件里发生了什么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C373E4A-E0DA-4311-8A95-E223EA5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点击预约后，页面之外还有工作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A57DB9B-154F-4662-8B00-B7662E07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35C5F73-560C-4F47-B09A-40131C8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6032A5-ED3C-4D30-AD4F-10E3467C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页面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A5B3E0-4156-4FBC-9B06-28A92EAB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收集日期、时间与预约信息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F0E585-C239-4718-9368-AAC454AF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081ED2-33C2-496B-920A-FF8C90D9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把操作发给运行中的程序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7F2E57-BA0B-4784-829D-3E2BC717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规则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AD9FD2-73FD-4AE3-8DE5-0C4F34BD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判断时间是否有效、是否冲突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3F288D-425D-432F-90D5-C0B7C0A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8AEABF-EAC9-4CDE-BD3B-8D3C978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保存预约，供下次查看与取消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29B5846A-76E9-4FB2-937D-4FA1A10E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刷新后仍有记录，需要程序读取已经保存的数据</a:t>
            </a:r>
          </a:p>
        </p:txBody>
      </p:sp>
    </p:spTree>
    <p:extLst>
      <p:ext uri="{BB962C8B-B14F-4D97-AF65-F5344CB8AC3E}">
        <p14:creationId xmlns:p14="http://schemas.microsoft.com/office/powerpoint/2010/main" val="326097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F560B1-AB88-491A-8913-C282A48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一张客户场景卡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F11050A-0F96-480E-BAAC-C33B0BF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把“做个好用的系统”变成一件可检查的事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3E8AE7D-0A70-4A89-AAC2-66F16BF9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255BCD-2D54-44E0-8F8F-8DD2633F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B6FA10-7776-4A48-868B-9129B7CD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四个问题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4D3E84-63A3-467E-9983-15257149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谁要使用：部门同事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95FE10-ECF4-4410-BA1B-C7A3F18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想完成什么：找到空闲时段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FC66BB-1E03-4618-B833-F2B2F35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输入什么：日期与开始结束时间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9B72C5-158A-40B1-BEDC-98573F7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看到什么：预约成功或清楚拒绝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00D45A-3728-45A7-827B-37CC3B4F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练习边界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9A81DE-6FD6-40CD-9701-F73B0D0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63C5E2C-C585-4D5C-A2D5-D674872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时间只能落在半小时边界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F80B2D-2E0F-4EB1-A00B-00299D9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AC6F1D9-427E-4043-A878-AE03EBF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本地练习，无登录与审批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D8E3860A-CD30-468C-8C42-021307D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业务负责人指定验收人，真实客户要求需单独确认</a:t>
            </a:r>
          </a:p>
        </p:txBody>
      </p:sp>
    </p:spTree>
    <p:extLst>
      <p:ext uri="{BB962C8B-B14F-4D97-AF65-F5344CB8AC3E}">
        <p14:creationId xmlns:p14="http://schemas.microsoft.com/office/powerpoint/2010/main" val="1841601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9C3B74-9AA4-4CE7-BB8D-574E0763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我能亲手检查的验收例子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A53176F-C442-4C37-969D-CEE8536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先写预期，再运行应用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ED18E19-B239-4DBA-A12A-FBFF190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060619-CC1A-449A-AA90-B3F8A25A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76750"/>
                <a:gridCol w="449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我的操作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应该发生什么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A02 建立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提交一个有效预约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显示成功，并出现在列表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A03 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对同一时段再次预约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拒绝，说明时间冲突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A04 取消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取消后再约原时段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原时段重新可用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A05 保存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刷新页面并重启服务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预约记录仍然存在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C8987449-0519-46FD-B24A-E67325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验收记录写实际结果，遇到不同结果就保留问题</a:t>
            </a:r>
          </a:p>
        </p:txBody>
      </p:sp>
    </p:spTree>
    <p:extLst>
      <p:ext uri="{BB962C8B-B14F-4D97-AF65-F5344CB8AC3E}">
        <p14:creationId xmlns:p14="http://schemas.microsoft.com/office/powerpoint/2010/main" val="1619961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336A38-4086-4E15-B277-DDE02506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4A：从四个角度看小工具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2F79F19-8AA8-44C0-99BA-21A8461B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789FAF-B61B-4265-8EF5-532BC85D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B7599B-160E-4059-80FC-AB2F87B5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56025D-6AE9-4A69-913F-753F7ED8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7D05B6-DCC0-44A1-9FAF-A2F9B2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5F81836B-E372-49D7-8AAD-84DD4F4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5FF846D9-3D1A-4CDD-98E6-38ED6EC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D91A1802-AD5C-4323-BFC0-50DF092C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A56F76-5E17-4744-98B8-2CE9C20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65CCDB-9A4E-433B-9D52-59A5F5A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FE3E603A-19B3-49FF-825A-4741692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8913FA21-0C02-41BB-AB6A-7922ABB2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5FEF6078-8BFF-44D2-ABA8-DB08C6AF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03487E-D577-4525-921A-45729DF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0DDAAF7-F8D3-40BE-9EB7-150C983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AE5F9F6A-AE42-49C4-BFA9-CB8FDD5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2977B2AB-1686-48E9-BDA1-BA02C55E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CD5A3C7A-3BD3-4BE6-8B63-1CEF1D9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9C64EAB-7336-4FDD-AD7C-EA6CFEE4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C7B11F9-3500-4C1E-B089-33B141C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028335C4-6E5D-4EA8-87AB-4EF86A64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9B59121A-655F-4AE5-AF8B-920A43C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44F879D6-4CAB-42C2-9E16-AA34AF4D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5C2D0C69-73EE-454E-ADF4-8CE26813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业务怎样办、程序怎样分工、数据怎样存、技术怎样运行</a:t>
            </a:r>
          </a:p>
        </p:txBody>
      </p:sp>
    </p:spTree>
    <p:extLst>
      <p:ext uri="{BB962C8B-B14F-4D97-AF65-F5344CB8AC3E}">
        <p14:creationId xmlns:p14="http://schemas.microsoft.com/office/powerpoint/2010/main" val="608490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3EB766-3003-41F9-8904-D8FB990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第一次启动本地工具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FFB9AA5-A947-4AFD-B157-30B89A0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8C1CE93-C009-4455-8BCF-2C87D61F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7E173A-AB79-4C51-BAE6-EDD3D588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在项目根目录运行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3E300F-1433-4E6E-B7B3-E092F4E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1404DE-6F12-4898-9A6C-187AE7F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在浏览器打开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F4EBCE-E562-4603-ABA7-48BCA70D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39E6B20A-32EE-4DCF-938D-996E3F5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终端保持运行，全部使用虚构预约信息</a:t>
            </a:r>
          </a:p>
        </p:txBody>
      </p:sp>
    </p:spTree>
    <p:extLst>
      <p:ext uri="{BB962C8B-B14F-4D97-AF65-F5344CB8AC3E}">
        <p14:creationId xmlns:p14="http://schemas.microsoft.com/office/powerpoint/2010/main" val="1289133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B82588-659A-422E-8224-C905E10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一次成功预约与刷新检查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083C2F1-B4DB-4DB9-9A59-68EB749A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A01、A02、A05：查看、建立与保存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C024806-8F80-4DA1-A2B9-60B88CD8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3A8EC5-D468-494F-8DB2-68ECDDE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29DB33-EC0A-4713-976D-5AF392F4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7D46A0-70CC-4B8A-B160-358CC85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选定同一日期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371CC0-0989-4065-97AD-C1411A1B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查看会议室当天的已有预约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9FF759-C500-478D-A6C2-348E853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0F7836-45F5-4F11-AE19-0BDA3D2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241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提交空闲时段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CD836E-FBE6-4C8B-A57B-1E459503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241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例如 10:00—11:00，填写虚构信息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4F9217-0F0E-44C0-B868-B035FF42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45E19C-6100-4F61-BBF3-BB82388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记录实际结果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3F149B-1CF3-41D0-81DE-0C15065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62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成功提示、列表内容与预约标识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9DE6A18-0005-4EFB-A7D3-E65F0A5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CB3B9E-5F0F-4EF8-97AA-077569D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005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刷新再查看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285DB3-7EF8-4EC6-BB9D-7369EA53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保持相同日期，核对预约仍然存在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2FCEC67A-97E2-4553-AF10-D8AC4BE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重启服务后还应检查一次，记录与刷新验收分开</a:t>
            </a:r>
          </a:p>
        </p:txBody>
      </p:sp>
    </p:spTree>
    <p:extLst>
      <p:ext uri="{BB962C8B-B14F-4D97-AF65-F5344CB8AC3E}">
        <p14:creationId xmlns:p14="http://schemas.microsoft.com/office/powerpoint/2010/main" val="1619831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655248-60A8-426F-99B2-17D3FF7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相邻可以，重叠不可以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270AF7E-D099-44E8-8441-BC473D47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752289-7D24-4154-B024-C849A9D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136D94-8476-49EB-921F-B995C88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相邻时段允许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8F9B76-1725-459A-B004-52D6E67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2D4802B-0EC9-437E-BFF2-75BC115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重叠时段拒绝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8CD2726-A7F3-4C8F-BCE1-9BC8F4BD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1414E1F7-B85F-4C51-98D9-6904E91B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随后取消原预约，再验证原时段重新可用</a:t>
            </a:r>
          </a:p>
        </p:txBody>
      </p:sp>
    </p:spTree>
    <p:extLst>
      <p:ext uri="{BB962C8B-B14F-4D97-AF65-F5344CB8AC3E}">
        <p14:creationId xmlns:p14="http://schemas.microsoft.com/office/powerpoint/2010/main" val="1008771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1FCE9C-5C03-4743-BFBC-09D73237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出现问题时的求助说明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B8488E7-F568-4D11-8D1A-BD4092C3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具体记录能让他人和 AI 更快定位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866362B-84B4-4111-A08E-A9195681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7AE413-2EA1-4360-B310-A6878BB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E11DD9-3E46-4F20-9879-A97BD36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我做了什么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6282ED-0B10-430C-81C5-98A493C0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日期、输入、操作顺序与命令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774DE0-C144-4048-973C-BF1BFB2B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我期待什么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C1B1A8-B70E-42ED-9E26-380D12F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对应的验收例子与预期结果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A9B42C-E36C-4023-A52A-F85711B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实际发生什么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92B646-4991-4C06-B536-8F60703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错误文字、界面变化与数据变化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401ECA-941F-4BA2-A555-380D0C16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503475D-783F-4369-B001-F2CDF4C9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系统、Python 版本、代码版本及是否重启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BCEC49D9-2021-4844-B8E9-AF85094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先复现同一问题，再尝试一项有理由的修改</a:t>
            </a:r>
          </a:p>
        </p:txBody>
      </p:sp>
    </p:spTree>
    <p:extLst>
      <p:ext uri="{BB962C8B-B14F-4D97-AF65-F5344CB8AC3E}">
        <p14:creationId xmlns:p14="http://schemas.microsoft.com/office/powerpoint/2010/main" val="1593056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61E298-0C24-4CA9-A804-4365446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一个可用的 AI 任务说明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F378542-8BB9-4DDC-8B75-99EB70E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2A03CC-1155-4788-B9F3-DB5387B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B89BEC-E406-41AC-BB14-31EB943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场景：同事预约一间会议室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9B849D-BD4A-4EE2-AD6B-956D9E57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范围：只调整输入提示，不改变预约规则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A81421-B4C3-45F3-87B4-924B9E2B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验收：错误提示说清原因，旧用例继续通过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AB28FD-7B35-4D8D-AA08-68712F5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过程：先解释计划，再列出修改与检查结果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B42A854A-6F29-4D38-98B4-7AAFD84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长期规则放在 AGENTS.md，当前任务写清具体目标</a:t>
            </a:r>
          </a:p>
        </p:txBody>
      </p:sp>
    </p:spTree>
    <p:extLst>
      <p:ext uri="{BB962C8B-B14F-4D97-AF65-F5344CB8AC3E}">
        <p14:creationId xmlns:p14="http://schemas.microsoft.com/office/powerpoint/2010/main" val="97247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939AFF-F600-4C52-BFCA-1319908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练习：午休时段不可预约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50E323D-3CFB-4760-9853-424328D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这是新增练习要求，基线应用尚未包含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F34A868-22A8-4BB3-A522-731D022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45CBEA-8FCE-4E8D-96E2-3BBCB6A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380FD8-1C2A-4B2E-88E4-5DAC429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先说明规则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A53FA7-C451-4607-B493-354D999B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假设午休为 12:00—13:00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F8F3BF-5824-4592-9962-1BAC47A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只要与午休重叠，就拒绝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8846DF-5966-4E4B-9811-86D8679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 仍然允许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32559C-DD98-4A96-A801-1103165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13:00—14:00 仍然允许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865BB2-CEBA-485E-8E61-55734711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再完成验证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3837E1-9B48-4763-8FC8-45915BA0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写正常与异常验收例子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4A108D-3906-4DF2-B58C-AAB8200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请 AI 先给修改计划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A51258-F3AB-40BF-9312-F599566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检查差异，不确定时请求技术复核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B4FDC03-771B-43C2-8F49-705EB789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回归旧检查，注明需求引起的调整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20B833FA-6DF8-4210-BB06-9DBEAB5A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时间为教学假设，真实规则由业务确认</a:t>
            </a:r>
          </a:p>
        </p:txBody>
      </p:sp>
    </p:spTree>
    <p:extLst>
      <p:ext uri="{BB962C8B-B14F-4D97-AF65-F5344CB8AC3E}">
        <p14:creationId xmlns:p14="http://schemas.microsoft.com/office/powerpoint/2010/main" val="572001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39D13D-526F-41CE-BBE3-D121A97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新要求：增加主管审批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77E43E5-D7D2-4B70-B85C-8BD9876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一个新按钮可能改变整个办事流程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561AAB8-F8DC-42B0-BF0F-650909B6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1EDAEE-0C5A-497B-B923-29ADB6D4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04F971-D0E6-4C36-9531-A3E7830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先向业务问清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3C0D7B-4E0F-4E88-9FA2-30BECBE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谁可以审批，谁可以查看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C47C43F-3C9E-4602-ABB9-33E5A49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等待审批时是否占用时段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340C1C-B777-4851-B282-75AE2D65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驳回以后怎样通知与处理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5C7331-3B6F-4039-B58D-2603DA3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旧预约如何继续使用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2E535C-2737-48A5-8011-8463B58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再讨论交付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08EB0E-452B-40A8-90A4-F8D754C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比较原范围先交与分期方案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85F00C-334B-418F-8C41-0E19E779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评估数据、权限和测试变化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7A1C92-A4BA-426F-A3BA-EEE69FF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保留原承诺与新预测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E5D46FA-DAA6-4446-BC8A-383374E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授权人确认后更新计划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1FAF46CD-4134-458E-8C81-4AEEE6C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审批是变更演练，不是本地示例已有功能</a:t>
            </a:r>
          </a:p>
        </p:txBody>
      </p:sp>
    </p:spTree>
    <p:extLst>
      <p:ext uri="{BB962C8B-B14F-4D97-AF65-F5344CB8AC3E}">
        <p14:creationId xmlns:p14="http://schemas.microsoft.com/office/powerpoint/2010/main" val="8010698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AF008-F207-4F2F-9AD0-99EEA118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交付前需要与客户说清的事项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F4ED62E-2BDA-4A03-9A63-C369A316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部署与 DfX 只做基础认识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AA7940B-2D5D-4672-B990-8A368A1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7EA6F3-770E-4864-9352-0939DDA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需要谁来确认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程序放在哪里，环境何时可用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客户与环境负责人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哪些人能访问，哪些数据可使用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业务、IT 与安全相关负责人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冲突、故障、性能怎样验收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业务与工程人员共同确认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谁运行维护，怎样备份和恢复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运维与交付负责人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092F9F04-EC67-470F-8E7F-D04ADF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本例运行在自己电脑上，真实部署需要额外设计与验证</a:t>
            </a:r>
          </a:p>
        </p:txBody>
      </p:sp>
    </p:spTree>
    <p:extLst>
      <p:ext uri="{BB962C8B-B14F-4D97-AF65-F5344CB8AC3E}">
        <p14:creationId xmlns:p14="http://schemas.microsoft.com/office/powerpoint/2010/main" val="13107477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0E7BE-0321-4FFC-BD79-384DED1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交付状态与工具求助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82BB48D-7DAA-46F7-A133-26B9B97E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每次汇报都说清下一步需要什么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C0E6079-52DA-4E64-B30A-BDE9E3FE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996F9C-4F2D-438E-A462-42F1A10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B11C5C-0CD7-413D-832A-C7361D8E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状态记录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AFAF58-2FBE-4D8C-A3AA-DB5C6A8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本次范围与验收条件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A0BAD9-9681-4123-B934-53F1638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已完成操作及实际证据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5118F1A-F53B-4DF9-BC36-33C7E22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还没通过的项目与阻塞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86C43D-37AD-417C-9DD2-36EDDD8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下一步和需要谁帮助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679201-3A1F-4A0B-803B-2060674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工具与求助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27FB35-4EFC-4856-A85B-A2B18EB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工具不可用时保留文件与记录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C9C459-D4BB-4BD1-82F7-CC4735F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新工具仍需符合数据与权限规则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3F7CA3-5C85-484D-B4F6-35A969A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业务问题找需求或验收负责人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469B84C-C294-4C25-A565-BF9A8F79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代码、数据、发布问题请求技术复核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60E29C05-074B-4C10-9D12-9B48F1AE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已实现、已验证、客户已接受分别记录</a:t>
            </a:r>
          </a:p>
        </p:txBody>
      </p:sp>
    </p:spTree>
    <p:extLst>
      <p:ext uri="{BB962C8B-B14F-4D97-AF65-F5344CB8AC3E}">
        <p14:creationId xmlns:p14="http://schemas.microsoft.com/office/powerpoint/2010/main" val="13353050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0A64F-84FA-4AEC-A123-F7609CC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完成证明与下一次改进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C689240-F8B5-4687-B04E-535895A2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把一个新任务完整讲清楚并实际验证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D006C50-0208-42CE-A94D-B63252A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811AFC-1DA7-40CC-BE6E-EB08EC40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6AAC98-B574-4722-AB89-D3689217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完成证明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4BC6B5-0932-4D61-B14A-0D4C2F3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一张清楚的场景与验收卡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56658A-4635-46DF-8356-7F4FF6C1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一次可解释的小变更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1187AC-7378-430C-9D7A-A4953D8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正常、异常与旧功能检查结果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2167B1-6E77-4C97-8882-953AB56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一份可复现的问题或交接记录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724A10-24FD-43E5-B086-F91E685C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85B506-8FD2-4A2B-B7DD-8C57519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记录最困惑的概念与操作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FEC80A-6457-4499-8EAD-537D1B6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核对验收，不确定的影响请求复核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996D28-704B-4615-8AD1-5393B33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把新问题加入 FAQ 与练习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7B522B-CB9E-41B1-B021-6EC9060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换一个小任务检查能否迁移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42BD3885-8A10-4E5B-81CE-B24378C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自检依据是独立完成新任务的实际结果</a:t>
            </a:r>
          </a:p>
        </p:txBody>
      </p:sp>
    </p:spTree>
    <p:extLst>
      <p:ext uri="{BB962C8B-B14F-4D97-AF65-F5344CB8AC3E}">
        <p14:creationId xmlns:p14="http://schemas.microsoft.com/office/powerpoint/2010/main" val="56604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2026-10-04T05:30:07.6520000Z</dcterms:created>
  <dcterms:modified xsi:type="dcterms:W3CDTF">2026-10-04T05:30:07.6520000Z</dcterms:modified>
</coreProperties>
</file>