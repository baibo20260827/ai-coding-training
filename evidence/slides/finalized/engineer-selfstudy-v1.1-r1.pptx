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348b3543174e96" /><Relationship Type="http://schemas.openxmlformats.org/officeDocument/2006/relationships/extended-properties" Target="/docProps/app.xml" Id="Rff8b94016d8a47bf" /><Relationship Type="http://schemas.openxmlformats.org/officeDocument/2006/relationships/officeDocument" Target="/ppt/presentation.xml" Id="R321ca8329d38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6456ae235c4e68"/>
  </p:sldMasterIdLst>
  <p:notesMasterIdLst>
    <p:notesMasterId xmlns:r="http://schemas.openxmlformats.org/officeDocument/2006/relationships" r:id="R26cf3aaca3014b04"/>
  </p:notesMasterIdLst>
  <p:sldIdLst>
    <p:sldId xmlns:r="http://schemas.openxmlformats.org/officeDocument/2006/relationships" id="256" r:id="Rd2124194f25e452f"/>
    <p:sldId xmlns:r="http://schemas.openxmlformats.org/officeDocument/2006/relationships" id="257" r:id="R728841edd28a49a9"/>
    <p:sldId xmlns:r="http://schemas.openxmlformats.org/officeDocument/2006/relationships" id="258" r:id="Rd0c243b8b85049ff"/>
    <p:sldId xmlns:r="http://schemas.openxmlformats.org/officeDocument/2006/relationships" id="259" r:id="R7bce94441a3344e3"/>
    <p:sldId xmlns:r="http://schemas.openxmlformats.org/officeDocument/2006/relationships" id="260" r:id="R9fc4e77a659e404f"/>
    <p:sldId xmlns:r="http://schemas.openxmlformats.org/officeDocument/2006/relationships" id="261" r:id="R474575a20de949d2"/>
    <p:sldId xmlns:r="http://schemas.openxmlformats.org/officeDocument/2006/relationships" id="262" r:id="R8e319ab30a604d4f"/>
    <p:sldId xmlns:r="http://schemas.openxmlformats.org/officeDocument/2006/relationships" id="263" r:id="R33fd2ee8674846d9"/>
    <p:sldId xmlns:r="http://schemas.openxmlformats.org/officeDocument/2006/relationships" id="264" r:id="R5b4ce1471f484762"/>
    <p:sldId xmlns:r="http://schemas.openxmlformats.org/officeDocument/2006/relationships" id="265" r:id="R3eb4204ccac04614"/>
    <p:sldId xmlns:r="http://schemas.openxmlformats.org/officeDocument/2006/relationships" id="266" r:id="Rbf0d55e2069e466a"/>
    <p:sldId xmlns:r="http://schemas.openxmlformats.org/officeDocument/2006/relationships" id="267" r:id="Rff49a0b3fd7b4ac1"/>
    <p:sldId xmlns:r="http://schemas.openxmlformats.org/officeDocument/2006/relationships" id="268" r:id="R753d6c1effde4a25"/>
    <p:sldId xmlns:r="http://schemas.openxmlformats.org/officeDocument/2006/relationships" id="269" r:id="R8877941a2415462a"/>
    <p:sldId xmlns:r="http://schemas.openxmlformats.org/officeDocument/2006/relationships" id="270" r:id="R569ea4da90d74540"/>
    <p:sldId xmlns:r="http://schemas.openxmlformats.org/officeDocument/2006/relationships" id="271" r:id="R34b9a19b42fe4ece"/>
    <p:sldId xmlns:r="http://schemas.openxmlformats.org/officeDocument/2006/relationships" id="272" r:id="R88f35988ecd440be"/>
    <p:sldId xmlns:r="http://schemas.openxmlformats.org/officeDocument/2006/relationships" id="273" r:id="R81c1e0ae4a6440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8b48c9575d471b" /><Relationship Type="http://schemas.openxmlformats.org/officeDocument/2006/relationships/slideMaster" Target="/ppt/slideMasters/slideMaster1.xml" Id="Rbf6456ae235c4e68" /><Relationship Type="http://schemas.openxmlformats.org/officeDocument/2006/relationships/notesMaster" Target="/ppt/notesMasters/notesMaster1.xml" Id="R26cf3aaca3014b04" /><Relationship Type="http://schemas.openxmlformats.org/officeDocument/2006/relationships/presProps" Target="/ppt/presProps.xml" Id="R2fa9c8636a864767" /><Relationship Type="http://schemas.openxmlformats.org/officeDocument/2006/relationships/tableStyles" Target="/ppt/tableStyles.xml" Id="R97c9d449d9084197" /><Relationship Type="http://schemas.openxmlformats.org/officeDocument/2006/relationships/slide" Target="/ppt/slides/slide1.xml" Id="Rd2124194f25e452f" /><Relationship Type="http://schemas.openxmlformats.org/officeDocument/2006/relationships/slide" Target="/ppt/slides/slide2.xml" Id="R728841edd28a49a9" /><Relationship Type="http://schemas.openxmlformats.org/officeDocument/2006/relationships/slide" Target="/ppt/slides/slide3.xml" Id="Rd0c243b8b85049ff" /><Relationship Type="http://schemas.openxmlformats.org/officeDocument/2006/relationships/slide" Target="/ppt/slides/slide4.xml" Id="R7bce94441a3344e3" /><Relationship Type="http://schemas.openxmlformats.org/officeDocument/2006/relationships/slide" Target="/ppt/slides/slide5.xml" Id="R9fc4e77a659e404f" /><Relationship Type="http://schemas.openxmlformats.org/officeDocument/2006/relationships/slide" Target="/ppt/slides/slide6.xml" Id="R474575a20de949d2" /><Relationship Type="http://schemas.openxmlformats.org/officeDocument/2006/relationships/slide" Target="/ppt/slides/slide7.xml" Id="R8e319ab30a604d4f" /><Relationship Type="http://schemas.openxmlformats.org/officeDocument/2006/relationships/slide" Target="/ppt/slides/slide8.xml" Id="R33fd2ee8674846d9" /><Relationship Type="http://schemas.openxmlformats.org/officeDocument/2006/relationships/slide" Target="/ppt/slides/slide9.xml" Id="R5b4ce1471f484762" /><Relationship Type="http://schemas.openxmlformats.org/officeDocument/2006/relationships/slide" Target="/ppt/slides/slide10.xml" Id="R3eb4204ccac04614" /><Relationship Type="http://schemas.openxmlformats.org/officeDocument/2006/relationships/slide" Target="/ppt/slides/slide11.xml" Id="Rbf0d55e2069e466a" /><Relationship Type="http://schemas.openxmlformats.org/officeDocument/2006/relationships/slide" Target="/ppt/slides/slide12.xml" Id="Rff49a0b3fd7b4ac1" /><Relationship Type="http://schemas.openxmlformats.org/officeDocument/2006/relationships/slide" Target="/ppt/slides/slide13.xml" Id="R753d6c1effde4a25" /><Relationship Type="http://schemas.openxmlformats.org/officeDocument/2006/relationships/slide" Target="/ppt/slides/slide14.xml" Id="R8877941a2415462a" /><Relationship Type="http://schemas.openxmlformats.org/officeDocument/2006/relationships/slide" Target="/ppt/slides/slide15.xml" Id="R569ea4da90d74540" /><Relationship Type="http://schemas.openxmlformats.org/officeDocument/2006/relationships/slide" Target="/ppt/slides/slide16.xml" Id="R34b9a19b42fe4ece" /><Relationship Type="http://schemas.openxmlformats.org/officeDocument/2006/relationships/slide" Target="/ppt/slides/slide17.xml" Id="R88f35988ecd440be" /><Relationship Type="http://schemas.openxmlformats.org/officeDocument/2006/relationships/slide" Target="/ppt/slides/slide18.xml" Id="R81c1e0ae4a6440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81157197b44c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ae11b01a14871" /><Relationship Type="http://schemas.openxmlformats.org/officeDocument/2006/relationships/notesMaster" Target="/ppt/notesMasters/notesMaster1.xml" Id="R08c8c4981d0a40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cc9ad2492a44ff" /><Relationship Type="http://schemas.openxmlformats.org/officeDocument/2006/relationships/notesMaster" Target="/ppt/notesMasters/notesMaster1.xml" Id="Raa23b1949447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482e4a574a4295" /><Relationship Type="http://schemas.openxmlformats.org/officeDocument/2006/relationships/notesMaster" Target="/ppt/notesMasters/notesMaster1.xml" Id="R98b6394054c5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1658278b4b4f47" /><Relationship Type="http://schemas.openxmlformats.org/officeDocument/2006/relationships/notesMaster" Target="/ppt/notesMasters/notesMaster1.xml" Id="R6f6abecdac3b43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c1fbbc91a64958" /><Relationship Type="http://schemas.openxmlformats.org/officeDocument/2006/relationships/notesMaster" Target="/ppt/notesMasters/notesMaster1.xml" Id="R5a8053dfd4e54e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ed35fdb4d54c06" /><Relationship Type="http://schemas.openxmlformats.org/officeDocument/2006/relationships/notesMaster" Target="/ppt/notesMasters/notesMaster1.xml" Id="Rd6170f660a7744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b761f0cdb4ef0" /><Relationship Type="http://schemas.openxmlformats.org/officeDocument/2006/relationships/notesMaster" Target="/ppt/notesMasters/notesMaster1.xml" Id="R3b11a1f406f843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4dea72eee4355" /><Relationship Type="http://schemas.openxmlformats.org/officeDocument/2006/relationships/notesMaster" Target="/ppt/notesMasters/notesMaster1.xml" Id="R68dd196041744b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3945cc94d94b5a" /><Relationship Type="http://schemas.openxmlformats.org/officeDocument/2006/relationships/notesMaster" Target="/ppt/notesMasters/notesMaster1.xml" Id="R796ae5b947324d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7b688d11e54b18" /><Relationship Type="http://schemas.openxmlformats.org/officeDocument/2006/relationships/notesMaster" Target="/ppt/notesMasters/notesMaster1.xml" Id="R33ccc847faab42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f95766eb5640fa" /><Relationship Type="http://schemas.openxmlformats.org/officeDocument/2006/relationships/notesMaster" Target="/ppt/notesMasters/notesMaster1.xml" Id="R669a675603a34a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94d105dc5a4dcd" /><Relationship Type="http://schemas.openxmlformats.org/officeDocument/2006/relationships/notesMaster" Target="/ppt/notesMasters/notesMaster1.xml" Id="Rdf13befd8c3642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6479bae6154a3e" /><Relationship Type="http://schemas.openxmlformats.org/officeDocument/2006/relationships/notesMaster" Target="/ppt/notesMasters/notesMaster1.xml" Id="R094ff94deecf46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836d5dcb2843e6" /><Relationship Type="http://schemas.openxmlformats.org/officeDocument/2006/relationships/notesMaster" Target="/ppt/notesMasters/notesMaster1.xml" Id="R75d2f9065f0149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23a50a596c4b8b" /><Relationship Type="http://schemas.openxmlformats.org/officeDocument/2006/relationships/notesMaster" Target="/ppt/notesMasters/notesMaster1.xml" Id="R594ebb997e9149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c486fe1327411d" /><Relationship Type="http://schemas.openxmlformats.org/officeDocument/2006/relationships/notesMaster" Target="/ppt/notesMasters/notesMaster1.xml" Id="R639a98928fb444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491161b7af4888" /><Relationship Type="http://schemas.openxmlformats.org/officeDocument/2006/relationships/notesMaster" Target="/ppt/notesMasters/notesMaster1.xml" Id="Rb243c131c72345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bcde0e228649ff" /><Relationship Type="http://schemas.openxmlformats.org/officeDocument/2006/relationships/notesMaster" Target="/ppt/notesMasters/notesMaster1.xml" Id="R38b501388de44e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委派、验证与恢复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这份材料帮助你定义 AI 工作边界、独立验证修改，并处理一次故障。自学顺序：先读第 2—4 页案例及第 5—9 页方法，再运行第 10—14 页对应的本地实验，最后完成第 15—18 页的变更、交接和独立自测。补充说明与命令可在 engineer-notes.md 查阅。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完成证明：提交任务说明、最短复现、代码差异、实际检查记录和接受或退回的依据。环境检查以 demo/README.md 为准。无需使用 AI 也能运行基线应用与故障实验。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学习情境。原约定是周五试用查看、预约和取消。新增审批引入了审批人、驳回处理、待审批记录可见范围等未确认事项。页面已能操作，只能说明部分实现已完成，不能据此判断新增范围可以按原日期交付。一次试用因此暂缓，团队需要重新核对范围和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自行判断：新增审批属于原范围缺陷，还是新需求？在承诺日期之前至少需要哪些证据？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自检：审批是新需求。基础功能是否合格要单独验收。决策需要原范围与验收状态、新增规则、受影响任务、依赖、日期预测及可选方案。本故事没有实际估算数据，不能据此给出具体延期天数。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这是虚构的错误修改情境。相邻预约误判修复后，重叠预约也被允许。测试变绿，是因为错误修改同时改变了测试预期。工程师暂缓合并，故障尚未交给真实用户。关键问题在于测试是否仍对应已确认业务规则。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自行判断：已有 10:00—11:00，接着预约 11:00—12:00 应当允许。改为 10:30—11:30 应当拒绝。不要先阅读实现，先写下这两个独立预期，再查看测试差异。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自检：能说明预期来自业务规则，并指出测试预期变化需要什么需求依据。该情境不代表每次 AI 修改都会发生同样问题。故障脚本与正确实现的比较见工程师材料。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这是虚构学习情境。页面能够接收输入并显示预约，但刷新后记录消失。故事预设记录只保存在页面内存，真实项目出现同样现象时仍需先复现、再排查，不能直接套用这个原因。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自行写出三项验收：提交后刷新仍能看到预约，同一日期重叠时段不能重复预约，取消后原时段重新可用。随后把软件拆成输入、规则、数据和结果，说明每项验收涉及哪些部分。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自检：能用操作步骤、预期与实际描述一个问题，而不是只说不好用。页面完成不等于整个预约流程可靠。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页：一次委派的任务合同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任务合同把业务目标、允许修改范围、约束和完成证据写清楚。本例可引用 R03，明确相邻允许、重叠拒绝，并限定修改相关校验、必要测试与说明。验收预期可以随确认后的业务规则调整，但不能在没有依据时悄改。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动手：把修一下相邻预约写成任务说明，要求 AI 先说明计划、涉及文件和验证方法。随后检查实际差异是否超出范围。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自检：另一人能否仅凭这份说明接受或退回结果？稳定约定放入 AGENTS.md，当前任务状态与讨论留在任务记录。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页：验收例子定义正确行为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时间区间采用半开形式 [开始,结束)，因此 10:00—11:00 不占用 11:00 开始的下一段。日期也是冲突判断的一部分，不同日期的同一时刻不能误判冲突。输入需满足同日、09:00—18:00 及半小时边界。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动手：在查看实现之前，写出相邻、部分重叠、包含、不同日期、越界、刷新重启和同时提交的预期。再与 A01—A08 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自检：测试是否依据独立业务例子检查实际效果？如果测试只是复制实现中的判断式，两者可能带着同一个错误一起通过。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页：4A 与实现边界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 是查看、预约、取消流程及规则，AA 划分页面、HTTP 接口、业务校验和存取职责。DA 使用 bookings 保存预约，每条预约对应多个 slots。slots 的日期与格起点组成唯一占用，取消预约级联释放占用格。TA 是本机浏览器、Python 标准库服务和 SQLite 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动手：将 R03 和 R08 分别对应到流程、模块、表字段及验证项。详细设计和图源见 docs/case/architecture.md。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自检：能否说明哪些改动只影响提示，哪些会影响数据一致性？四类视图用于定位影响范围，不能替代代码和实际验证。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页：项目上下文与实际约束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AGENTS.md 帮助 AI 找到项目规则、入口、命令与完成标准。沙箱、权限、测试、数据库约束和恢复流程通过实际机制落实。两者需要一致，文档文字本身不会限制工具权限，也不会强制测试运行。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动手：从本仓库的 AGENTS.md 找到运行与测试入口，核对命令是否对应当前代码。检查任务允许修改的目录及所用数据来源。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自检：如果 AI 没遵守一条规则，能够指出应改上下文、测试、工具权限还是审查方式，并保留失败证据。暂态记录不应不断堆入长期约定。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  <a:p xmlns:a="http://schemas.openxmlformats.org/drawingml/2006/main">
            <a:r>
              <a:t>sandbox: https://learn.chatgpt.com/docs/sandboxing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页：差异审查的四个入口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差异审查从业务预期、实现范围、数据影响和证据来源进入。重点核对删除的断言、放宽的预期、任务外改动、新依赖，以及失败后是否残留数据。AI 的总结可以帮助导航，实际差异与输出仍需查看。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动手：选一项小修改，分别标注代码变化、测试变化和需求依据。对每条测试预期变化写一句理由。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自检：能否把发现的问题变成下一次可执行的任务约束或检查？测试随业务变更是正常行为，判断依据是需求与证据，而不是一概禁止改测试。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页：故障一：相邻修复引入重叠回归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相邻与重叠是两个需要同时成立的业务条件。只修复相邻误判，再把重叠预期改成允许，会造成测试通过但业务错误。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动手：在项目根目录运行 python3 demo/labs/failure_lab.py。先根据左右例子写出预期，再观察脚本中的故障、错误修复、弱测试及独立验收对照。它是预设学习实验，不是某次真实模型输出记录。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自检：能否解释弱测试为何通过、独立例子为何失败、正确修复还要覆盖哪些边界？保留本机实际输出，不把文档描述当作已经执行的结果。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页：故障二：检查空闲后仍可能双订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表格给出缺少保护时的竞态：两个请求先后读到空闲，再分别创建预约。正式实现采用半小时占用格，slots 的 (day,start_minute) 主键保证同日每格唯一。BEGIN IMMEDIATE 事务内插入预约和全部格，一格冲突就整笔回滚。取消通过外键级联释放格。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动手：找到创建事务和并发测试，核对成功响应、冲突响应以及最终数据库状态。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自检：除了只成功一次，还应确认没有多余预约或残留格。SQLite 同时只允许一个写事务，程序仍需处理等待或超时。单人页面操作不能代替并发验收。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transaction: https://sqlite.org/lang_transaction.html</a:t>
            </a:r>
          </a:p>
          <a:p xmlns:a="http://schemas.openxmlformats.org/drawingml/2006/main">
            <a:r>
              <a:t>constraints: https://sqlite.org/lang_createtable.html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页：故障三：页面状态与持久化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页面刷新后丢失可能来自仅存于页面内存。服务重启后丢失也可能来自事务未提交、数据库路径错误或临时数据。某日查不到还可能与查询条件有关。相同现象不能直接断定同一原因。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动手：写最短复现步骤，分别检查页面、接口和存储。使用 R05/A05 验证刷新及重启后的记录，再用 R04/A04 检查取消释放。故障脚本也包含页面内存重建与数据库重新打开的比较。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自检：结论是否有数据或输出支持？SQLite 文件式存储无需单独数据库服务进程，但 Python 分发必须包含 sqlite3 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页：验证命令与证据记录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第一条命令发现并运行 demo/tests 中的测试，-v 显示详细测试名。第二条命令运行预设的故障与修复对照。两者都应在项目根目录执行，并保存命令、版本、环境和实际输出。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动手：分别运行两条命令，将 A01—A08 与对应自动检查、人工操作或并发结果关联。若失败，先保存输出，再修改和回归。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自检：能否说明已执行的检查证明了什么、没有覆盖什么？通过当前测试不表示所有需求、生产可靠性或客户接受已经得到证明。本机未运行的项目写未执行。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unittest: https://docs.python.org/3/library/unittest.html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页：本地运行与恢复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在项目根目录启动应用，浏览器访问本机地址后完成查看、建立、冲突拒绝、取消和刷新验收。恢复需要同时考虑程序版本与数据兼容，不能只回退代码而忽略数据库。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动手：运行 python3 demo/backup.py exercise，实验只使用临时目录。实际备份示例为 python3 demo/backup.py backup --source demo/data/bookings.sqlite3 --output demo/backups/before-change.sqlite3。恢复示例为 python3 demo/backup.py restore --source demo/backups/before-change.sqlite3 --output demo/data/restored.sqlite3。已有目标会拒绝覆盖。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自检：按 demo/README.md 和恢复说明核对恢复后的预约和占用，再执行关键验收。不确定路径或数据影响时先停止，不直接删除数据库。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页：审批变更与阶段报告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审批在本例中是新增需求练习，尚未实现。工程评估需要先澄清审批人、占用和驳回规则，再识别状态、权限、数据、接口、测试、迁移与材料的变化。工作量、关键路径和外部等待分别影响日期。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动手：为审批整理一份影响分析和阶段报告，分别写出原承诺、当前批准承诺、已验证证据、剩余工作、最新预测及待决策事项。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自检：是否把新增人日直接当作延期天数？是否在授权人确认前更新了对外承诺？保留未受影响工作的推进。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页：部署与 DfX 的最低说明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真实部署需要对齐位置、基础设施、数据库与中间件准入、数据连接、环境提供方及就绪日期。DfX 按场景选择适用质量属性，明确目标、措施、责任人、验证环境、证据和遗留限制。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动手：为预约一致性写出验证方式，为真实性能需求列出仍然缺失的用户规模与环境信息。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自检：不要把本机一次响应速度当作性能承诺，也不要把只监听本机当作完整安全性证明。本例无登录，标准库 HTTP 仅用于本地学习，真实部署需额外设计和验证。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页：工具接续与团队能力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任务接续依赖可运行代码、清楚需求、版本、差异、测试和问题记录。工具、模型及版本变化后，需要用代表性任务比较质量与总成本。培养团队能力时，可把审查理由和故障定位依据写成可复用例子。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动手：只根据当前交接材料重新运行一项检查，记录缺少的上下文。为一个新手问题提供最短复现及解释，而不是只交付修好的文件。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自检：另一人是否能够复核你的结论并接续？能否量化审查与返工时间，避免只统计生成速度？替代工具仍需满足数据与权限要求。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页：工程师自测与持续改进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独立自测：从 training/exercises.md 选择未原样讲过的变更或故障。先写验收和修改边界，再使用 AI 或手工完成，最后核对差异并运行检查。先完成自己的判断，再阅读参考解析。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通过标准：能够复现问题、说明业务预期、解释根因、控制修改范围、提供真实回归结果，并说明接受、退回或恢复的依据。测试通过但说不清预期来源时，证据仍不完整。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完成后记录审查、返工及未解决项。长期共性约定进入 AGENTS.md，具体案例进入知识库。用下一项新任务检验改进是否有效。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1c2c604d945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be000dee6e4f5a" /><Relationship Type="http://schemas.openxmlformats.org/officeDocument/2006/relationships/slideLayout" Target="/ppt/slideLayouts/slideLayout1.xml" Id="R3b6576117458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6576117458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334e458ac4111" /><Relationship Type="http://schemas.openxmlformats.org/officeDocument/2006/relationships/notesSlide" Target="/ppt/notesSlides/notesSlide1.xml" Id="R09ac3e813a2048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56b5b3c9e4501" /><Relationship Type="http://schemas.openxmlformats.org/officeDocument/2006/relationships/notesSlide" Target="/ppt/notesSlides/notesSlide2.xml" Id="Rd58824413ed145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775b14e7d447b" /><Relationship Type="http://schemas.openxmlformats.org/officeDocument/2006/relationships/notesSlide" Target="/ppt/notesSlides/notesSlide3.xml" Id="R00cdc670c31f41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cbdc5744242cc" /><Relationship Type="http://schemas.openxmlformats.org/officeDocument/2006/relationships/notesSlide" Target="/ppt/notesSlides/notesSlide4.xml" Id="R33970a71691f47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3cea39c1045d9" /><Relationship Type="http://schemas.openxmlformats.org/officeDocument/2006/relationships/notesSlide" Target="/ppt/notesSlides/notesSlide5.xml" Id="R6d87f3657c8c46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d629f3a784664" /><Relationship Type="http://schemas.openxmlformats.org/officeDocument/2006/relationships/notesSlide" Target="/ppt/notesSlides/notesSlide6.xml" Id="Rec71a575fbf34e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08df7cccd48e6" /><Relationship Type="http://schemas.openxmlformats.org/officeDocument/2006/relationships/notesSlide" Target="/ppt/notesSlides/notesSlide7.xml" Id="R67efebaada3e41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427d6cb7748d0" /><Relationship Type="http://schemas.openxmlformats.org/officeDocument/2006/relationships/notesSlide" Target="/ppt/notesSlides/notesSlide8.xml" Id="Re7956d6783504a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a69f21af047e5" /><Relationship Type="http://schemas.openxmlformats.org/officeDocument/2006/relationships/notesSlide" Target="/ppt/notesSlides/notesSlide9.xml" Id="Rbe5e488b9a144a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70b53df914a69" /><Relationship Type="http://schemas.openxmlformats.org/officeDocument/2006/relationships/notesSlide" Target="/ppt/notesSlides/notesSlide10.xml" Id="R8a19f50ec5d941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1f3c89c614d04" /><Relationship Type="http://schemas.openxmlformats.org/officeDocument/2006/relationships/notesSlide" Target="/ppt/notesSlides/notesSlide11.xml" Id="R1998e8c878334d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c1d92e7e94d66" /><Relationship Type="http://schemas.openxmlformats.org/officeDocument/2006/relationships/notesSlide" Target="/ppt/notesSlides/notesSlide12.xml" Id="Rdb3dff26da5440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b032b56144415" /><Relationship Type="http://schemas.openxmlformats.org/officeDocument/2006/relationships/notesSlide" Target="/ppt/notesSlides/notesSlide13.xml" Id="R9e3d5ce66ea547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0198995bf4837" /><Relationship Type="http://schemas.openxmlformats.org/officeDocument/2006/relationships/notesSlide" Target="/ppt/notesSlides/notesSlide14.xml" Id="Rdd7aeee974e244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2e74c3a2d49ab" /><Relationship Type="http://schemas.openxmlformats.org/officeDocument/2006/relationships/notesSlide" Target="/ppt/notesSlides/notesSlide15.xml" Id="Ree26cd97183046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d1f84b4934683" /><Relationship Type="http://schemas.openxmlformats.org/officeDocument/2006/relationships/notesSlide" Target="/ppt/notesSlides/notesSlide16.xml" Id="R1492ef65a0a844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ec885e6874e8e" /><Relationship Type="http://schemas.openxmlformats.org/officeDocument/2006/relationships/notesSlide" Target="/ppt/notesSlides/notesSlide17.xml" Id="R6fbdbad73a284a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e2a02eac04423" /><Relationship Type="http://schemas.openxmlformats.org/officeDocument/2006/relationships/notesSlide" Target="/ppt/notesSlides/notesSlide18.xml" Id="Rbe9a53c6fdb041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B51C454-89A6-41BE-8CFF-550259C8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工程师自学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99A094B-0825-40C9-9A2C-9A9DE74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委派、验证与恢复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AAD7DD9-C787-4223-9DDB-C40FD530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用可重复证据建立可委派的工作边界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A2C834C-CA03-40CC-89ED-BC40E930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1D2A3E-6092-4CED-BF59-7B3B46A9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990703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999045-BD5E-44C2-A4A2-902CBCBE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2DE1DFE2-162F-45F7-B78C-473D354F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E1EDB88-DE18-4DFD-AE1D-36CE2C75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7EF353F-CCD8-4AB6-948F-2537DDA6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6F52D8-2B0A-4AD9-87A5-C349806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63C0AD2-6E66-41B2-B51D-3DEB34AF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B3DC52C-0346-4066-B2E8-606FFC28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7AE66EC-9CCD-4B57-A3A8-725CDF44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561FC61-3305-431F-BAC5-5C4C160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9A8C5A2-F782-41C4-B4E2-06AE911E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49AB71A-3D2B-4295-BC88-C6F6FCC9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6E3026-82F5-43BE-BC98-0E7069B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DA7A1B8-D7B4-413C-ABFA-8793DBAA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1806312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DFAFE3-B4B2-444E-9C21-D6529B79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17D3B0F-B52A-4B54-9673-F536F1A3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E218637-5DEB-4A40-B892-7321FDE2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71282E1-3991-40A9-9AD4-B204925C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E3A74B-B494-4C61-850B-FC8850EF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951656D-74E5-4004-AA9C-8E8871B6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D51BE5-E954-44F3-855B-4BE34C19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226F44-E6A2-43DD-93B1-1552D8BB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4CF10A-6504-4447-B629-1F2BDA77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B54EBB7-E429-4C05-8E77-627E91A3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649B5D-3282-440B-96A6-66F87B3C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7D8FDE9-3918-4754-A50A-D9976199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550F75-6EE7-44A4-B82B-6F8622AC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919901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317C6E-0A60-4525-AC65-80D1FDF6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E00AB75F-7983-4C7A-8368-6BB8590D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B897C6C-2516-4DA3-B136-70B2DE4D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206A363-61A5-46C9-A781-EE11F999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0C0E92-D597-44C0-A339-5B32F597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8604C2-33EE-4E3F-B42E-B7621B30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8FB539E-F4B4-48B7-87A5-F3D108E4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D5E2CC3-4467-43CA-B4BC-0FA6BEB5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90070C1-4880-4194-B7D8-802EACB5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C5A0A2-649B-4B49-8213-756CB800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C8ECB97-C42F-4BB3-AA5C-91B51529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7B62D7-78D4-4859-B462-3A7E5518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BDAFB04-F708-4EAE-9555-9BE659E9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1448721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934A2F-A4A6-4F70-9F45-78306818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一次委派的任务合同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7554326-B9A4-4578-9920-C954F169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小任务也需要输入、边界与完成标准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9BE2B30-7BF8-480E-9C61-C777A481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D4C760-1276-47AB-B21D-02A1C097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8FC852-7AA9-47F1-8441-CC5C42EE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业务目标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DD454D-9031-4E02-A89F-81B25428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R03：相邻允许，重叠拒绝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8A3A78-BAE5-48BE-B8A1-F862BAA8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允许修改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A40192-B95B-4578-AFA5-8569CDBC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限定相关校验、必要测试与说明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5D82627-B8E4-404C-A3B4-B7219B95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禁止悄改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DAB044-6092-42B6-A470-2366EF93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验收预期、持久化行为和范围边界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CCEBE2A-CE02-4FDD-8B46-73355DE6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完成证据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8C9E70-DE01-40D1-9A65-66C32B22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变更说明、差异、检查结果及限制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F10A192E-5467-48D4-925F-AE57BE80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先审计划，再看差异，最后依据验收独立判断</a:t>
            </a:r>
          </a:p>
        </p:txBody>
      </p:sp>
    </p:spTree>
    <p:extLst>
      <p:ext uri="{BB962C8B-B14F-4D97-AF65-F5344CB8AC3E}">
        <p14:creationId xmlns:p14="http://schemas.microsoft.com/office/powerpoint/2010/main" val="215913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7C3E30-4EA1-4BBF-8BF3-35E952A8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验收例子定义正确行为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BA26CECE-0770-4C3B-BA34-DF064D31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会议室每天 09:00—18:00，每半小时一个边界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FB9788A-CEFD-40EE-B78B-D0B7B155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D5BCB08-EA82-4788-9404-62048990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905625"/>
                <a:gridCol w="206692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输入或操作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10:00—11:00，再约 11:00—12:00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10:00—11:00，再约 10:30—11:30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R05 / A05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提交后刷新并重启服务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记录仍存在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R06 / A06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倒序、越界、非半小时时间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拒绝并说明原因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R08 / A08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同时提交同一日期同一时段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仅一次成功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9BBCFF17-2853-4EE8-AE4E-28D50A02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一次预约不跨日期，时间区间采用 [开始, 结束)</a:t>
            </a:r>
          </a:p>
        </p:txBody>
      </p:sp>
    </p:spTree>
    <p:extLst>
      <p:ext uri="{BB962C8B-B14F-4D97-AF65-F5344CB8AC3E}">
        <p14:creationId xmlns:p14="http://schemas.microsoft.com/office/powerpoint/2010/main" val="1138998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E59A57-0F02-4A26-A845-F2F4575E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 与实现边界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57863420-3F04-4E06-B3AB-5D4ACDC3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B8BD014-7BAA-4A56-B24C-1669B66B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FBEFB7-3EEA-4291-A764-10036628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575170-DB3C-4FB3-B779-06107A52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A3DBB3A-50CE-41C5-94D9-B08F23BA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ED43BB17-BDBD-4C7B-9BA4-9500BF14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619147B6-C1E5-4C25-8D16-322DF00D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37CBFA06-7F42-4154-984F-47ECB4DF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99C0BB-1ED3-459A-BBD2-8DD0461E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E0E9EE-DA80-40EB-9EA9-445A7173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48060289-A49E-44C8-8426-9FCEF183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A0F1387A-D9E9-4DF3-A669-A567ED65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F1B8D88F-9BF1-4897-A407-8F71ED94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E8B8094-9956-4631-9CA4-DA3719D3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7EBE3F5-4E62-49F5-9809-9C8C1A08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4B4EB244-E1ED-48D7-9E05-2D8DE0D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75E7EA25-6BFA-4835-9D6A-F3FF47D8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D0BED43F-7238-4AD7-8078-5C3A3A26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37CE82F-9F9B-4C57-ADFA-E1904076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4BF9D1D-4CC8-49AE-8295-CE0B9120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B849FC5E-7B96-4754-BC9D-BFAAFF62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A3213621-97B2-49BE-90C2-B9CEFCF5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4EABDFA1-2ABD-4A85-B2E0-601F3818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608AC014-28AD-457C-9323-244721AE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R03 贯穿业务规则、校验职责、区间数据与事务保护</a:t>
            </a:r>
          </a:p>
        </p:txBody>
      </p:sp>
    </p:spTree>
    <p:extLst>
      <p:ext uri="{BB962C8B-B14F-4D97-AF65-F5344CB8AC3E}">
        <p14:creationId xmlns:p14="http://schemas.microsoft.com/office/powerpoint/2010/main" val="12169758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6E1009-C575-4767-9884-A1019DB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项目上下文与实际约束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754BB801-6EB4-4A83-8C45-B307D01C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指导文件帮助 AI 找对信息，工程机制负责检查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F145FD3-C898-488B-9CC9-B76EAE1F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540A1B9-D11C-4A51-A20E-9E6780F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C7A0D8-9FA1-4431-8EFA-D607A2B2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AGENTS.md 提供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9FC0F6-0673-4038-AAA7-ACEBBBD2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项目入口与长期工作约定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122936-E74B-4389-A6FF-433F59E6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运行、测试与恢复方法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469396-2DB4-4C2E-96C2-993A6282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允许修改范围和完成标准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173ECB6-C7FF-45BA-95E0-53372F69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证据记录与持续改进方式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8C1608-2329-4177-8984-5FECCC10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实际环境落实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38C2B9E-6AEC-4647-B4D8-14FBC737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目录、网络、密钥和工具权限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136EF0D-28DD-456E-9F78-71468A3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测试运行与版本差异审查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7164EA4-B4AF-494B-AF24-2D209BC2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数据库约束与事务边界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3DA30CC-E902-4ADB-8854-91552DED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备份、回退与接管责任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54733226-1148-469F-B04B-9079D22D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客户资料、工具能力和授权边界都要有具体来源</a:t>
            </a:r>
          </a:p>
        </p:txBody>
      </p:sp>
    </p:spTree>
    <p:extLst>
      <p:ext uri="{BB962C8B-B14F-4D97-AF65-F5344CB8AC3E}">
        <p14:creationId xmlns:p14="http://schemas.microsoft.com/office/powerpoint/2010/main" val="10683585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C14275-11BF-4CED-AB58-9C93084B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差异审查的四个入口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D6F4D5CD-D2F9-42E2-BBD6-0709431E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审查成本由任务范围与证据质量共同决定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FF61DCD-86A4-4A3D-AA82-99F0097C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C388275-F7CE-4BAD-8C62-F5F5F40F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8A2CE1-DBCE-4028-A937-986FD256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业务预期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7C989A5-4322-43FD-ABB4-4FA46CA2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测试预期变化有无需求依据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5D182C0-2527-48B4-8BC5-74BD3588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实现范围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973D3B-92AA-4950-AD52-7E507FDC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是否改了任务之外的行为与依赖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03001D5-383F-4674-9F3E-3D8AB0C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数据影响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510ED8C-59DA-4572-BEB2-88BFAC6D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失败是否留脏数据，取消是否释放时段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E242AC6-CEAF-46EE-808C-17C12215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证据来源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37BD57-A8F8-47BA-8341-E2C4A9C9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命令是否执行，环境与限制是否明确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1AC9F5DF-F3B3-44B2-A178-5934FC1E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把审查发现转成下一次可复用的任务约束</a:t>
            </a:r>
          </a:p>
        </p:txBody>
      </p:sp>
    </p:spTree>
    <p:extLst>
      <p:ext uri="{BB962C8B-B14F-4D97-AF65-F5344CB8AC3E}">
        <p14:creationId xmlns:p14="http://schemas.microsoft.com/office/powerpoint/2010/main" val="3846296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D82FB2-43A4-4CB2-ADB3-5A072E1F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故障一：相邻修复引入重叠回归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B38FD2F-0469-4C86-8550-73147C7B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C5C544-FAC4-45D7-B733-7770D7F3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34C170A-A85F-4D11-9772-B018752C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必须允许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37E28D-7369-4320-9432-CFA6794B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11:00—12:00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A5F534C-3A2D-4D97-B5E9-AF1A32EC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rPr>
              <a:t>必须拒绝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C714B9-C83A-4A01-8A71-7F0A2E5D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18D42CF6-1EA4-409E-984B-9577E4C8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独立验收例子保持稳定，修复后同时回归两种行为</a:t>
            </a:r>
          </a:p>
        </p:txBody>
      </p:sp>
    </p:spTree>
    <p:extLst>
      <p:ext uri="{BB962C8B-B14F-4D97-AF65-F5344CB8AC3E}">
        <p14:creationId xmlns:p14="http://schemas.microsoft.com/office/powerpoint/2010/main" val="2810471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1EBC11-C7C7-4ADE-BF32-04F34965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故障二：检查空闲后仍可能双订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AF629B8-1A01-435A-A1A1-8A74DBF3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两个请求都读到空闲，并不意味着都能提交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FD0ADD1-C055-4878-99C0-FA01CE0D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96CAE3A-71B5-4600-A91D-38614E0B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4867275"/>
                <a:gridCol w="48672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请求甲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请求乙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检查结果：空闲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检查结果：空闲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创建预约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基于旧判断创建预约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858989DF-4C6D-4A38-B68C-2A10D6AC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预约与占用格在同一事务内写入，唯一约束阻止双订</a:t>
            </a:r>
          </a:p>
        </p:txBody>
      </p:sp>
    </p:spTree>
    <p:extLst>
      <p:ext uri="{BB962C8B-B14F-4D97-AF65-F5344CB8AC3E}">
        <p14:creationId xmlns:p14="http://schemas.microsoft.com/office/powerpoint/2010/main" val="7860319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35CC0F-D02B-4846-837A-147B36B2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故障三：页面状态与持久化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2B694C8-3F11-4B50-89EA-83B6DA7F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同一种丢记录现象，需要先复现再定位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63EEB2B4-9985-4AC2-8014-AF215ACF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729D72-DFCA-4C52-B98F-C9370E9B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71F7C1-3D61-4754-B295-ABD2E16A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页面刷新后丢失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0D118D-2731-4483-9E68-CE0AAAE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检查是否仅保存在页面内存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836A48-F89D-4850-B4D5-74F41940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服务重启后丢失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3B02026-F5CB-49B8-8198-E70AEC6B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检查是否真正提交到正确数据库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05DD66-B632-4A63-8E0C-34E1535A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某个日期查不到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B85EFF-E844-4811-8F82-6567BD55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检查日期、查询条件和返回内容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EA32C69-6427-4F49-A0F6-5DF10D6A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修复完成依据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94BF94F-AD15-4DA9-990A-19B4C873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刷新与重启验收都通过，旧功能未回归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126F4174-6845-481B-AAFA-B56BC7E0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演示只用教学数据，数据恢复步骤要可重复</a:t>
            </a:r>
          </a:p>
        </p:txBody>
      </p:sp>
    </p:spTree>
    <p:extLst>
      <p:ext uri="{BB962C8B-B14F-4D97-AF65-F5344CB8AC3E}">
        <p14:creationId xmlns:p14="http://schemas.microsoft.com/office/powerpoint/2010/main" val="2216157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129A77-19B6-4BB8-ADC6-5408F7F2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验证命令与证据记录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58EE13E9-9FE0-43E6-ADB2-03554A00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ED38FD6-B454-494C-A03C-B15CC326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54F0F0A-826D-40AE-8353-92DEC979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自动检查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F0DC323-E21D-43DF-80CD-0020FDFC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python3 -m unittest discover -s demo/tests -v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0D13F2-D312-4063-9B5F-6FFD7FED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教学故障对照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9E0EDE-EDD6-4B1D-BE3E-61BA9A2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demo/labs/failure_lab.py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45BC398B-9023-4802-93F0-D0444BA5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记录环境、版本、命令、实际结果与未覆盖范围</a:t>
            </a:r>
          </a:p>
        </p:txBody>
      </p:sp>
    </p:spTree>
    <p:extLst>
      <p:ext uri="{BB962C8B-B14F-4D97-AF65-F5344CB8AC3E}">
        <p14:creationId xmlns:p14="http://schemas.microsoft.com/office/powerpoint/2010/main" val="6263564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C3454E-7140-427D-B39B-4EEE7E44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本地运行与恢复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23CC71B-8BEE-4724-9116-305C25EF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5F58A15-7062-4907-A53D-FD47318E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3009EE6-4E40-4890-8F5E-4C6F4AD2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启动本地示例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F8FF67-EAB8-4345-A0E2-67C0D632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demo/app.py --port 8765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B7F892-9956-4770-881C-46E7C0B2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浏览器地址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8A9BC89-C737-4953-B024-1EE8B35C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http://127.0.0.1:8765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CA66CD27-68FD-473C-B8A2-D74C0D6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恢复同时考虑程序版本与教学数据库，恢复后重跑验收</a:t>
            </a:r>
          </a:p>
        </p:txBody>
      </p:sp>
    </p:spTree>
    <p:extLst>
      <p:ext uri="{BB962C8B-B14F-4D97-AF65-F5344CB8AC3E}">
        <p14:creationId xmlns:p14="http://schemas.microsoft.com/office/powerpoint/2010/main" val="3915137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AF5C0F-D91A-4052-8D53-C4A3A620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审批变更与阶段报告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93DA471C-AF46-450E-9903-E12782EB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工程评估必须能支持客户承诺调整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56B48A35-E38C-4A52-8FC9-5015F73F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425402-DC9B-42AC-89D9-200A3FCE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35760F-DD20-4315-9EFC-A424022E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影响分析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4236B6-CFC2-41CA-9A55-9A2309EB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审批人、驳回与占用规则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B43E1A-6538-4DE3-9538-DCE38D82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状态与权限、数据及接口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B3C0DE-A648-45B1-A0B9-3477F193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返工、回归、迁移与材料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8FDE022-AD8F-457C-975E-2B21E59B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关键路径、并行工作与外部等待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D18CC38-573A-41BF-8926-C617F2BC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阶段报告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0AAD2C4-90A3-420A-8978-E00069EC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原承诺与当前批准承诺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CF8271-F079-4E21-B728-F2378A69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已验证成果及证据链接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EB6CA41-518A-4B9F-92F0-ECF2A4E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剩余工作与最新预测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6B7A4E6-4356-4050-8876-9FF95C51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待决策方案、负责人及前提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C53EC334-A22F-4F62-830C-D7229C34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待确认范围保持待决，批准后更新需求与计划基线</a:t>
            </a:r>
          </a:p>
        </p:txBody>
      </p:sp>
    </p:spTree>
    <p:extLst>
      <p:ext uri="{BB962C8B-B14F-4D97-AF65-F5344CB8AC3E}">
        <p14:creationId xmlns:p14="http://schemas.microsoft.com/office/powerpoint/2010/main" val="18810197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2DCBA1-5B8C-412F-9B10-7EC7D60A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部署与 DfX 的最低说明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999190D-B68B-42F1-883B-8B4094DD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以场景确定质量目标和验证证据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FE1DD5C0-E856-4547-8AE8-3D6B033E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3C1D4E-064A-498E-B318-0E4A6BDD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关注点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本例与真实项目的衔接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环境与准入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本地示例，真实项目确认环境、组件和数据连接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一致性与可靠性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同一时段只成功一次，验证失败与恢复路径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安全与权限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本例无登录，新增审批需要身份及权限设计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运维与性能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指定责任人、指标、验证环境和遗留限制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9FF271B5-C86E-404A-A4A2-5166E717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记录目标、约束、验证方法与交付责任</a:t>
            </a:r>
          </a:p>
        </p:txBody>
      </p:sp>
    </p:spTree>
    <p:extLst>
      <p:ext uri="{BB962C8B-B14F-4D97-AF65-F5344CB8AC3E}">
        <p14:creationId xmlns:p14="http://schemas.microsoft.com/office/powerpoint/2010/main" val="9674907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405F9F-E645-4630-A7B4-3F55F3A5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工具接续与团队能力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DE8C0D1C-5D2A-48DE-AFD5-589E34D7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关键判断需要能够被另一个人接手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E889731-2F9D-4D33-97E6-584813A1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021B08C-E0B8-4582-B541-003DCA0D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D31540-EB8E-40DB-8831-2FAB3BC2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工具接续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49B6B1-E5E0-46E5-9551-68604CD8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保存任务、版本、差异和测试证据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6DB69AC-24B8-4BAB-ACA7-53325339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记录工具与模型版本、成本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8146871-B06E-466E-9D16-8A82540C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工具不可用时依据材料继续任务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25F808-0C8B-42BB-845B-61ECF24F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替代工具仍需满足数据和权限要求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686A04-8B93-42F4-9682-1E70ACB8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团队能力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897133-B666-43F6-9C4D-53A73C8D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把审查理由写成可复用例子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06FE6A3-62FF-463F-931A-B0E848C1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帮助新手提供可复现问题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78DFDB-5530-42DC-88DB-9E4550AC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用新故障检验诊断与恢复能力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1198DD0-376C-489B-9CE3-A1B3F117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复盘审查耗时与返工原因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9DA7BF20-9CB9-461D-96C3-B20E6713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形成能独立验收与恢复的人才梯队</a:t>
            </a:r>
          </a:p>
        </p:txBody>
      </p:sp>
    </p:spTree>
    <p:extLst>
      <p:ext uri="{BB962C8B-B14F-4D97-AF65-F5344CB8AC3E}">
        <p14:creationId xmlns:p14="http://schemas.microsoft.com/office/powerpoint/2010/main" val="12175866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4E9012-DBC7-45FF-9D3F-EDFD0B4F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工程师自测与持续改进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0DA04D1-FC50-415A-9DC6-B518AED0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独立处理一个新变更或故障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C9303FC-3E85-4113-AA07-7500C854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229182E-A97C-46BC-87A8-3A29C1D1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7E7638-7DEA-4B83-8925-F30755D3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提交的证据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B9103A-063E-41C8-9B2B-C7555893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独立写出的验收与修改边界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1559DAC-C2C1-4B11-A0CE-6D6A0FB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最短复现及根因说明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B0AA9B-DAFA-4194-A2B2-654D8D19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代码差异与回归结果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8827564-D96D-4999-8962-130AE3C1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接受、退回或恢复的依据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E8774B-C15A-43EB-8CC3-7F46E6DC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复盘与改进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D0FD61A-9FCF-400F-B726-0D2770FB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哪里需要补上下文或检查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EDA090-17F5-44E5-9BF8-2EFBD73E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审查与返工花了多少时间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034609-8A51-4364-9817-52D779A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哪些规则适合进入 AGENTS.md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7887CD8-A808-47FD-802C-FB4771E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关联代码、图与课件是否同步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62191E50-CDD4-4C22-9257-D0E312C1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能解释为什么可信，才形成可复用的委派能力</a:t>
            </a:r>
          </a:p>
        </p:txBody>
      </p:sp>
    </p:spTree>
    <p:extLst>
      <p:ext uri="{BB962C8B-B14F-4D97-AF65-F5344CB8AC3E}">
        <p14:creationId xmlns:p14="http://schemas.microsoft.com/office/powerpoint/2010/main" val="844498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2026-10-04T05:30:05.3140000Z</dcterms:created>
  <dcterms:modified xsi:type="dcterms:W3CDTF">2026-10-04T05:30:05.3140000Z</dcterms:modified>
</coreProperties>
</file>