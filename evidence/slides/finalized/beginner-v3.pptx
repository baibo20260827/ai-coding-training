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42fc89cb64c8d" /><Relationship Type="http://schemas.openxmlformats.org/officeDocument/2006/relationships/extended-properties" Target="/docProps/app.xml" Id="R6dbbf9bc1fa14221" /><Relationship Type="http://schemas.openxmlformats.org/officeDocument/2006/relationships/officeDocument" Target="/ppt/presentation.xml" Id="R55a5403f474e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45b8f912074e51"/>
  </p:sldMasterIdLst>
  <p:notesMasterIdLst>
    <p:notesMasterId xmlns:r="http://schemas.openxmlformats.org/officeDocument/2006/relationships" r:id="R404bc3756274413b"/>
  </p:notesMasterIdLst>
  <p:sldIdLst>
    <p:sldId xmlns:r="http://schemas.openxmlformats.org/officeDocument/2006/relationships" id="256" r:id="R73f8e96b2cb64718"/>
    <p:sldId xmlns:r="http://schemas.openxmlformats.org/officeDocument/2006/relationships" id="257" r:id="R665d7fe26d5e42d0"/>
    <p:sldId xmlns:r="http://schemas.openxmlformats.org/officeDocument/2006/relationships" id="258" r:id="R8dd790f6cd7748fa"/>
    <p:sldId xmlns:r="http://schemas.openxmlformats.org/officeDocument/2006/relationships" id="259" r:id="R6e8432c428ab42e0"/>
    <p:sldId xmlns:r="http://schemas.openxmlformats.org/officeDocument/2006/relationships" id="260" r:id="Rc3d7928d6e3e41c5"/>
    <p:sldId xmlns:r="http://schemas.openxmlformats.org/officeDocument/2006/relationships" id="261" r:id="R7ab579c322af4a6d"/>
    <p:sldId xmlns:r="http://schemas.openxmlformats.org/officeDocument/2006/relationships" id="262" r:id="R614c2d35b7e24266"/>
    <p:sldId xmlns:r="http://schemas.openxmlformats.org/officeDocument/2006/relationships" id="263" r:id="Rea3f285f2edc49ac"/>
    <p:sldId xmlns:r="http://schemas.openxmlformats.org/officeDocument/2006/relationships" id="264" r:id="R712a17d3bb9b450b"/>
    <p:sldId xmlns:r="http://schemas.openxmlformats.org/officeDocument/2006/relationships" id="265" r:id="R85045e5b3ced455f"/>
    <p:sldId xmlns:r="http://schemas.openxmlformats.org/officeDocument/2006/relationships" id="266" r:id="R784d39cee8f147dd"/>
    <p:sldId xmlns:r="http://schemas.openxmlformats.org/officeDocument/2006/relationships" id="267" r:id="R166f7d11cddb44d5"/>
    <p:sldId xmlns:r="http://schemas.openxmlformats.org/officeDocument/2006/relationships" id="268" r:id="R665186fe127e4609"/>
    <p:sldId xmlns:r="http://schemas.openxmlformats.org/officeDocument/2006/relationships" id="269" r:id="R4d2ce40ca292481a"/>
    <p:sldId xmlns:r="http://schemas.openxmlformats.org/officeDocument/2006/relationships" id="270" r:id="R6510515838544758"/>
    <p:sldId xmlns:r="http://schemas.openxmlformats.org/officeDocument/2006/relationships" id="271" r:id="R13c14484976f4b33"/>
    <p:sldId xmlns:r="http://schemas.openxmlformats.org/officeDocument/2006/relationships" id="272" r:id="Rde782626ce46416f"/>
    <p:sldId xmlns:r="http://schemas.openxmlformats.org/officeDocument/2006/relationships" id="273" r:id="R155f83c0d8c843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8b2b4b6c0f4c96" /><Relationship Type="http://schemas.openxmlformats.org/officeDocument/2006/relationships/slideMaster" Target="/ppt/slideMasters/slideMaster1.xml" Id="Rec45b8f912074e51" /><Relationship Type="http://schemas.openxmlformats.org/officeDocument/2006/relationships/notesMaster" Target="/ppt/notesMasters/notesMaster1.xml" Id="R404bc3756274413b" /><Relationship Type="http://schemas.openxmlformats.org/officeDocument/2006/relationships/presProps" Target="/ppt/presProps.xml" Id="R7a3c45c500db41ee" /><Relationship Type="http://schemas.openxmlformats.org/officeDocument/2006/relationships/tableStyles" Target="/ppt/tableStyles.xml" Id="R0627f04e024148ac" /><Relationship Type="http://schemas.openxmlformats.org/officeDocument/2006/relationships/slide" Target="/ppt/slides/slide1.xml" Id="R73f8e96b2cb64718" /><Relationship Type="http://schemas.openxmlformats.org/officeDocument/2006/relationships/slide" Target="/ppt/slides/slide2.xml" Id="R665d7fe26d5e42d0" /><Relationship Type="http://schemas.openxmlformats.org/officeDocument/2006/relationships/slide" Target="/ppt/slides/slide3.xml" Id="R8dd790f6cd7748fa" /><Relationship Type="http://schemas.openxmlformats.org/officeDocument/2006/relationships/slide" Target="/ppt/slides/slide4.xml" Id="R6e8432c428ab42e0" /><Relationship Type="http://schemas.openxmlformats.org/officeDocument/2006/relationships/slide" Target="/ppt/slides/slide5.xml" Id="Rc3d7928d6e3e41c5" /><Relationship Type="http://schemas.openxmlformats.org/officeDocument/2006/relationships/slide" Target="/ppt/slides/slide6.xml" Id="R7ab579c322af4a6d" /><Relationship Type="http://schemas.openxmlformats.org/officeDocument/2006/relationships/slide" Target="/ppt/slides/slide7.xml" Id="R614c2d35b7e24266" /><Relationship Type="http://schemas.openxmlformats.org/officeDocument/2006/relationships/slide" Target="/ppt/slides/slide8.xml" Id="Rea3f285f2edc49ac" /><Relationship Type="http://schemas.openxmlformats.org/officeDocument/2006/relationships/slide" Target="/ppt/slides/slide9.xml" Id="R712a17d3bb9b450b" /><Relationship Type="http://schemas.openxmlformats.org/officeDocument/2006/relationships/slide" Target="/ppt/slides/slide10.xml" Id="R85045e5b3ced455f" /><Relationship Type="http://schemas.openxmlformats.org/officeDocument/2006/relationships/slide" Target="/ppt/slides/slide11.xml" Id="R784d39cee8f147dd" /><Relationship Type="http://schemas.openxmlformats.org/officeDocument/2006/relationships/slide" Target="/ppt/slides/slide12.xml" Id="R166f7d11cddb44d5" /><Relationship Type="http://schemas.openxmlformats.org/officeDocument/2006/relationships/slide" Target="/ppt/slides/slide13.xml" Id="R665186fe127e4609" /><Relationship Type="http://schemas.openxmlformats.org/officeDocument/2006/relationships/slide" Target="/ppt/slides/slide14.xml" Id="R4d2ce40ca292481a" /><Relationship Type="http://schemas.openxmlformats.org/officeDocument/2006/relationships/slide" Target="/ppt/slides/slide15.xml" Id="R6510515838544758" /><Relationship Type="http://schemas.openxmlformats.org/officeDocument/2006/relationships/slide" Target="/ppt/slides/slide16.xml" Id="R13c14484976f4b33" /><Relationship Type="http://schemas.openxmlformats.org/officeDocument/2006/relationships/slide" Target="/ppt/slides/slide17.xml" Id="Rde782626ce46416f" /><Relationship Type="http://schemas.openxmlformats.org/officeDocument/2006/relationships/slide" Target="/ppt/slides/slide18.xml" Id="R155f83c0d8c843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5a6cf7d4004b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19f17dcba4b2d" /><Relationship Type="http://schemas.openxmlformats.org/officeDocument/2006/relationships/notesMaster" Target="/ppt/notesMasters/notesMaster1.xml" Id="R9ea85ce8a3fd4a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5cec8b4e3d4821" /><Relationship Type="http://schemas.openxmlformats.org/officeDocument/2006/relationships/notesMaster" Target="/ppt/notesMasters/notesMaster1.xml" Id="R4f819b8026184e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dc110365a64934" /><Relationship Type="http://schemas.openxmlformats.org/officeDocument/2006/relationships/notesMaster" Target="/ppt/notesMasters/notesMaster1.xml" Id="Rcf2791e7100a48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3b84a30aa341d8" /><Relationship Type="http://schemas.openxmlformats.org/officeDocument/2006/relationships/notesMaster" Target="/ppt/notesMasters/notesMaster1.xml" Id="R8d4cfb0b0f4140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ae0b07d4c44af0" /><Relationship Type="http://schemas.openxmlformats.org/officeDocument/2006/relationships/notesMaster" Target="/ppt/notesMasters/notesMaster1.xml" Id="R61f67c23dbbe47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9460aa1a684051" /><Relationship Type="http://schemas.openxmlformats.org/officeDocument/2006/relationships/notesMaster" Target="/ppt/notesMasters/notesMaster1.xml" Id="R7b43f7e9b44e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b1405476c4f7b" /><Relationship Type="http://schemas.openxmlformats.org/officeDocument/2006/relationships/notesMaster" Target="/ppt/notesMasters/notesMaster1.xml" Id="Reda5e836c99a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aa3bdd8eed4365" /><Relationship Type="http://schemas.openxmlformats.org/officeDocument/2006/relationships/notesMaster" Target="/ppt/notesMasters/notesMaster1.xml" Id="R5d4e45bb04d34e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bf1f9f2f164337" /><Relationship Type="http://schemas.openxmlformats.org/officeDocument/2006/relationships/notesMaster" Target="/ppt/notesMasters/notesMaster1.xml" Id="Re5d86ad40de34c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b4efa1ea3d4982" /><Relationship Type="http://schemas.openxmlformats.org/officeDocument/2006/relationships/notesMaster" Target="/ppt/notesMasters/notesMaster1.xml" Id="Raf1c0c45515846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c924a8479344f0" /><Relationship Type="http://schemas.openxmlformats.org/officeDocument/2006/relationships/notesMaster" Target="/ppt/notesMasters/notesMaster1.xml" Id="R0d4f06ec23f449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9cf22297b243bd" /><Relationship Type="http://schemas.openxmlformats.org/officeDocument/2006/relationships/notesMaster" Target="/ppt/notesMasters/notesMaster1.xml" Id="R81298b59e15543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c4e9a25e9e4d14" /><Relationship Type="http://schemas.openxmlformats.org/officeDocument/2006/relationships/notesMaster" Target="/ppt/notesMasters/notesMaster1.xml" Id="Rc21f50e1cdd042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867a6ed31f4822" /><Relationship Type="http://schemas.openxmlformats.org/officeDocument/2006/relationships/notesMaster" Target="/ppt/notesMasters/notesMaster1.xml" Id="Rfacbaaa7724d40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3ef7fcd97a47df" /><Relationship Type="http://schemas.openxmlformats.org/officeDocument/2006/relationships/notesMaster" Target="/ppt/notesMasters/notesMaster1.xml" Id="Rdf616b36d91f4e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8742c88c7a48ae" /><Relationship Type="http://schemas.openxmlformats.org/officeDocument/2006/relationships/notesMaster" Target="/ppt/notesMasters/notesMaster1.xml" Id="R38d9527544c444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1afc5f82984d44" /><Relationship Type="http://schemas.openxmlformats.org/officeDocument/2006/relationships/notesMaster" Target="/ppt/notesMasters/notesMaster1.xml" Id="R83e2456b94e245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f9816dc6d342d7" /><Relationship Type="http://schemas.openxmlformats.org/officeDocument/2006/relationships/notesMaster" Target="/ppt/notesMasters/notesMaster1.xml" Id="Rc05f16285dc94e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从想法到验收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建议讲解与操作 90 分钟，练习 45 分钟，实际节奏待试讲。无需先掌握编程语法，先认识用户、输入、规则、数据和结果。结课目标是写清一个小需求，借助 AI 完成可控变化，自己验证，并带具体证据向导师求助。示例属于本地教学，无登录和审批，不能直接当作部门生产系统。代码正确性和真实部署需要相应技术人员参与。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周一约定周五试用查看、预约、取消，周三页面可操作，周四客户提出新增主管审批。主管据页面生成速度判断可以同日完成，到了周五才发现审批人、驳回后处理、待审批数据可见范围没有定清。可见后果是试用暂缓，并重新召开范围确认会。这里的困难是缺少支持承诺的证据。请问听众：回答周五一起给之前，你最需要补看什么？接收一两个回答后，引出交付状态卡。必须区分原功能缺陷与新增审批，不能用新增范围证明原范围不合格，也不能凭这个故事推断真实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分钟。案例为虚构、预设的错误修改。工程师请 AI 修复相邻预约误判，AI 回复全部测试通过。工程师补试一个明显重叠的预约，发现也能成功。差异显示，原来应拒绝的测试预期被改成允许。工程师停下合并，没有把故障交给真实用户。提问：测试全绿时，你怎样判断测试仍在检查正确的规则？引出两个独立验收例子、代码差异和测试预期审查。不要得出 AI 每次都会改坏测试的结论。测试可以随已确认需求改变，但预期变化需要业务依据。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新手输入做一个好用的会议室预约系统，页面出现、按钮能点、列表能显示预约。展示时同事刷新页面，记录消失。新手不知道该重新做，还是继续说帮我修好。本故事预设记录只存在页面内存，真实故障不能仅凭同一现象断定同一原因。让听众补三条可检查要求：刷新保留、重叠拒绝、取消释放。再说明后续会逐步认识输入、规则、数据、结果，并学习提供操作步骤、预期、实际与环境信息来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页：一个软件里发生了什么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把软件比作办事流程，但每个术语都回到当前页面。用户填写是输入，程序检查时间和冲突是规则，预约记录是数据，成功或拒绝是结果。页面只是用户接触的一部分，漂亮页面不能证明数据已经保存。本课先要求学员说清这些部分如何连接，不要求立即写出代码。请学员描述点击预约后，到列表显示之间应该发生什么，并指出刷新后需要从哪里重新取得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页：一张客户场景卡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请学员用自己的话填写场景卡，再让另一个人照着卡说明预期行为。单日表示一次预约不能跨日期，不是只能预约今天。教学案例的日期范围与输入格式按应用说明操作。先确认核心流程，再记录想做但本期不做的内容。业务负责人和验收人的角色可能由同一个人担任，但需要明确。尚无真实客户输入时，所有假设写出来，不能让 AI 猜测后当成确认。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页：我能亲手检查的验收例子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验收是比较预期和实际，不能把看起来不错写成通过。先确认使用同一日期和正确服务实例，再操作。给每个例子留结果、证据和备注位置。新手可以完成这些业务验证，无需读懂数据库代码，但并发、安全和真实发布等技术判断需要导师支持。测试脚本能帮助反复检查，人工仍要确认脚本覆盖了用户关心的行为。讲师在实际操作前不能预填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页：4A：从四个角度看小工具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分钟。不要先要求记住英文缩写。BA 业务架构回答谁做什么以及规则。AA 应用架构回答页面和程序各自负责什么。DA 数据架构回答要保存哪些记录及它们怎样变化。TA 技术架构回答程序在哪里运行以及依赖什么。本例四类关注点都很小，使用一个本地应用即可说明。沿一个预约指图：同事提出预约、页面提交、程序检查、数据库保存、页面显示。图中内容可以编辑，后续需求变化时与实现一起更新。 本例数据模型由一条预约对应多个半小时占用格，同一日期与格起点只能占用一次。取消预约同时释放相应占用格。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sqlite: https://docs.python.org/3/library/sqlite3.html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页：第一次启动本地工具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8 分钟。导师先确认机器有可用 Python 3 且包含 sqlite3 模块，讲清项目根目录是 README 所在目录。终端运行命令后保持窗口打开，再在浏览器访问地址。127.0.0.1 指自己的电脑，因此其他同事电脑的同一地址不是你的程序。启动报错时保留完整错误和命令，不重复盲改文件。端口占用或缺少 Python 由导师按故障指南协助处理。本课不把服务开放到外部网络。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页：一次成功预约与刷新检查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8 分钟。让学员结对操作，一人执行一人记录。使用没有预约的教学日期，避免已有数据造成困惑。建立 10:00 至 11:00 的预约后，检查显示的日期和时间，再刷新页面并选择同一日期。刷新成功不等同于服务重启成功，应在导师指导下停止并重新运行服务，确认记录仍在。记录日期、步骤、预期、实际和应用版本。不要使用真实会议主题或个人信息作为课堂测试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页：相邻可以，重叠不可以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8 分钟。让学员先口头判断左右例子，强调全部在同一日期。实际分别尝试并记录结果，避免一次成功后新增数据干扰下一例，可按手册准备或清理自己的教学预约。半开区间意味着 11:00 结束的预约不会占用从 11:00 开始的下一段。接着取消原预约，核对取消提示及列表，再预约原时段。若结果与预期不同，停止继续叠加数据，先保留最短复现步骤并求助。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页：出现问题时的求助说明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请学员把打不开改写为可复现问题：在哪个目录运行什么命令，终端显示什么，浏览器访问什么地址，期望是什么。发送记录前检查是否包含真实个人信息或凭据，教学环境优先合成数据。若问题涉及权限、数据删除或对外部署，交由相应负责人判断。AI 可以提出排查步骤，学员每次只执行理解且获准的一步，记录变化。不要将本故事的数据丢失原因套用到所有故障。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页：一个可用的 AI 任务说明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分钟。让学员把模糊请求改成四行具体说明，任选提示语的小变更。先让 AI 说明理解、计划和涉及文件，学员确认其与需求一致后再执行已授权修改。验收描述应能观察，不能只有好用、智能、美观等词。不要把任何示例提示当万能咒语，不同任务需要补充输入、边界与验证条件。AGENTS.md 帮助 AI 了解项目约定，真正的检查要运行应用与测试。代码与测试变化由导师指导审查。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页：练习：午休时段不可预约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分钟布置，另留练习时间。本变更未预先实现，不允许直接把课程里的答案照抄成考核结果。给学员留下跨越午休的隐藏边界，如 11:30 至 13:30，也应拒绝。要求解释为什么仅禁止开始时间位于午休不够。新手可依赖 AI 编码和导师技术把关，但必须自己说明需求、执行验收并报告实际结果。若已有预约与新规则冲突，应提出如何处理的待确认问题，而不是擅自删除数据。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页：新要求：增加主管审批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分钟。连接主管开篇故事。新手需要认识到看起来只多一个按钮的要求，可能涉及流程、数据状态、身份权限、通知和旧数据处理。不要凭 AI 生成页面的速度答应日期。可以帮助业务整理问题和方案，工期与真实上线由有权限的负责人及工程人员评估。新增工作量并不能直接等同延期天数，依赖和可并行工作也会影响计划。所有未确认内容保持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页：交付前需要与客户说清的事项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分钟。解释部署是把程序放到约定环境并负责运行，DfX 是事先规划性能、安全、可靠性、维护等质量要求。新手不需要立刻选择复杂技术，但应知道哪些问题需要找谁确认。真实项目要写目标、验证方法、环境、证据与限制。本例无登录，采用 Python 标准库 HTTP，只用于本地教学，不应直接当作部门生产系统。官方文档也说明 http.server 不推荐用于生产。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页：交付状态与工具求助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让学员用四句话报告午休练习状态。例如已完成规则说明和修改，边界例子通过，但已有预约如何处理待业务决定。这是诚实可操作的进度说明。若有对外日期，还要分别记录批准承诺与预测，不能自己改承诺。工具不可用时保存任务、代码和操作记录，请导师安排获准的接续方式。课程培养的是能表达与验证小任务的人，复杂工程责任由对应人员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页：完成证明与下一次改进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请学员展示新任务而非重复讲师原操作。评分看需求表达、验收例子、实际证据、失败求助和边界意识，不要求背诵术语或代码。成功演示一个正常输入仍不足以完成考核，应包含异常输入或边界以及旧功能回归。收集困惑时记录具体语句和操作位置，据此修订教程、FAQ 和课件。材料修订完成不等于学习效果已提升，需要在下一轮新任务中验证。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60a0ea01946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c2058667cf4f60" /><Relationship Type="http://schemas.openxmlformats.org/officeDocument/2006/relationships/slideLayout" Target="/ppt/slideLayouts/slideLayout1.xml" Id="R2416583e764844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16583e764844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25f5a34034456" /><Relationship Type="http://schemas.openxmlformats.org/officeDocument/2006/relationships/notesSlide" Target="/ppt/notesSlides/notesSlide1.xml" Id="R5fda3677c9e243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95ca444a34a2d" /><Relationship Type="http://schemas.openxmlformats.org/officeDocument/2006/relationships/notesSlide" Target="/ppt/notesSlides/notesSlide2.xml" Id="R3f5fd95bb11c49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68db2bbef40af" /><Relationship Type="http://schemas.openxmlformats.org/officeDocument/2006/relationships/notesSlide" Target="/ppt/notesSlides/notesSlide3.xml" Id="Refe6e7117a4240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5e48c8f64451" /><Relationship Type="http://schemas.openxmlformats.org/officeDocument/2006/relationships/notesSlide" Target="/ppt/notesSlides/notesSlide4.xml" Id="Rda7c056fee1541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496a53a9b4f8c" /><Relationship Type="http://schemas.openxmlformats.org/officeDocument/2006/relationships/notesSlide" Target="/ppt/notesSlides/notesSlide5.xml" Id="Rd9990e128de449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bb6ceb14b4a06" /><Relationship Type="http://schemas.openxmlformats.org/officeDocument/2006/relationships/notesSlide" Target="/ppt/notesSlides/notesSlide6.xml" Id="Rce8e904247d44b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b788e9bf44883" /><Relationship Type="http://schemas.openxmlformats.org/officeDocument/2006/relationships/notesSlide" Target="/ppt/notesSlides/notesSlide7.xml" Id="R4a6309a4b3ad4d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2723579164426" /><Relationship Type="http://schemas.openxmlformats.org/officeDocument/2006/relationships/notesSlide" Target="/ppt/notesSlides/notesSlide8.xml" Id="Rca26e24ac8674b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484f5f9b246d2" /><Relationship Type="http://schemas.openxmlformats.org/officeDocument/2006/relationships/notesSlide" Target="/ppt/notesSlides/notesSlide9.xml" Id="Rf7da977dbff547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ec133d9fa425f" /><Relationship Type="http://schemas.openxmlformats.org/officeDocument/2006/relationships/notesSlide" Target="/ppt/notesSlides/notesSlide10.xml" Id="R35b3269755e04a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022d2f5b643af" /><Relationship Type="http://schemas.openxmlformats.org/officeDocument/2006/relationships/notesSlide" Target="/ppt/notesSlides/notesSlide11.xml" Id="R5b524567d93c4b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379738eaf4224" /><Relationship Type="http://schemas.openxmlformats.org/officeDocument/2006/relationships/notesSlide" Target="/ppt/notesSlides/notesSlide12.xml" Id="R16ad8e18c1e34a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9d1ba02c9498b" /><Relationship Type="http://schemas.openxmlformats.org/officeDocument/2006/relationships/notesSlide" Target="/ppt/notesSlides/notesSlide13.xml" Id="R3116346e435243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1cd8ea19f49cf" /><Relationship Type="http://schemas.openxmlformats.org/officeDocument/2006/relationships/notesSlide" Target="/ppt/notesSlides/notesSlide14.xml" Id="R2463a093c5d944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479f8af574a8a" /><Relationship Type="http://schemas.openxmlformats.org/officeDocument/2006/relationships/notesSlide" Target="/ppt/notesSlides/notesSlide15.xml" Id="Raa0f36db5aca4e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2ea46461c4147" /><Relationship Type="http://schemas.openxmlformats.org/officeDocument/2006/relationships/notesSlide" Target="/ppt/notesSlides/notesSlide16.xml" Id="R979dbba3d9c94b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b732b796944ce" /><Relationship Type="http://schemas.openxmlformats.org/officeDocument/2006/relationships/notesSlide" Target="/ppt/notesSlides/notesSlide17.xml" Id="R7b8691154d354e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6979d3e22483e" /><Relationship Type="http://schemas.openxmlformats.org/officeDocument/2006/relationships/notesSlide" Target="/ppt/notesSlides/notesSlide18.xml" Id="R00e3b4448a4545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A9F7BD-51EE-448D-BC59-810DD3D5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零基础入门课程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A553062-A446-494D-B8FF-EEF51095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从想法到验收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9DF287B-59AB-441B-87AA-B4034C88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做出一个能解释、能检查的本地小工具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D701774-3A0D-49B3-9960-D7589E14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81BCAB-7B48-4F53-8138-1425D464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332275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D36FC3-1059-4B86-B038-AF30A035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83391A3-B988-425A-9393-EE8B3B41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A64BCB7-D071-41DD-A3E5-537EB0D6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5F4280F-1C62-41A6-B709-78C5CE53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FD966C-742F-4A53-ABB8-96A60DD5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EBD430-CD08-46A6-8798-6193DF56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43F1BF-96CC-41AA-83B8-864FDB8E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3566C6-AC20-4536-949E-3519054D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D38AD9-5A72-43FF-8151-68DC6B65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1A53C0-8AD5-44E1-842A-71DE664E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84C9A34-46AA-48BB-8BAE-2AA32D5E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8D956E-FBE3-48B0-A60F-E9FFEB6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0820FE4-6DF9-4DB0-83ED-0ACF9EF3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571338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8C0BD3-96AC-4BB6-9054-694A8271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27B21FF2-2A48-4964-A2CA-11F609DC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FD52128-7FF6-4192-9102-CDE63E97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166658-AC8C-4A40-AA72-E3BDA375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7CBEA7-95A6-4938-AE63-86388C84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80B06E-719A-4239-9B88-4531B138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E163B6-368F-4B80-B0E5-E3785F44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04EF3F1-21E4-4DBB-93A0-467163D9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023A30-1E64-4023-8684-A3C817F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D29065-BB85-42C6-9B90-309EEAAF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4CFC691-F166-4D40-AFBD-C8C7469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12D6BD7-F043-4C43-831D-54784317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B55ACF-5A68-469A-AAD4-5A04146F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1609834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6EE113-247A-4A98-B049-40ADDE6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FE77BE8-3FB5-4C3C-AA99-5CBC293A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F1E70EB-8EA3-412A-8A6B-443111F2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5507DD-0A81-4E8B-A74F-A25B4295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8A4A9F-4281-4062-804D-CCCD8F46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490EFF-5073-4FC3-B15F-B76ACE8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EA7B17-07E1-4C3A-B3F3-E471ADF5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9F84300-18C6-4527-A0D7-A2504AA5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BEA4D2-CF76-4531-BB1C-76EB93AC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9BD8B3-F841-4E65-B967-9F4C19AB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A96BE3-4D26-4AE9-9042-5D4AAAE8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832750-B55D-4DC9-93A7-940248FC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57C346-2758-4BDA-90A6-34F05364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1719976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E620C1-F2B1-4C94-837D-C852E5B5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一个软件里发生了什么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BA7BEB6-2B3A-4B0A-A842-8739D20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点击预约后，页面之外还有工作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F62F91E-ACFB-41DE-B39F-C8C4E6E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E02C93-7395-4106-8A90-966E8DCA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697EF0-9BF7-4ECB-9FE0-10E0AAF6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页面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A5A1D5-0F27-422B-9C02-621942EE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收集日期、时间与预约信息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3F1DE1-520A-4154-B61E-44ACBA30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接口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E01D7D-B680-4651-BC97-0195369B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把操作发给运行中的程序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B78C13C-B0FF-4B04-A8FD-4DCA9B8E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规则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FF1081-BAC4-4419-BFA0-B2DA5DF2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判断时间是否有效、是否冲突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F5F1FD-C8F6-4639-9EBD-CAF93049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DF0A71-AB0C-4F3F-80EA-DE27BA42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保存预约，供下次查看与取消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17DAE3B7-1AF9-41FC-945E-1283D424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刷新后仍有记录，需要程序读取已经保存的数据</a:t>
            </a:r>
          </a:p>
        </p:txBody>
      </p:sp>
    </p:spTree>
    <p:extLst>
      <p:ext uri="{BB962C8B-B14F-4D97-AF65-F5344CB8AC3E}">
        <p14:creationId xmlns:p14="http://schemas.microsoft.com/office/powerpoint/2010/main" val="2067445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4FCB4-78D4-4F7E-B816-7E1CABBB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一张客户场景卡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E753950-81FE-42C8-8DAC-94E40785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把“做个好用的系统”变成一件可检查的事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8FCC386C-A9D3-4F87-ACCF-52EFB7D6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4A5388-8059-45C2-835E-07AE76E8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B037E5-5969-4F96-A515-DC34D34B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四个问题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291F19-E22B-4225-9E81-D02B195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谁要使用：部门同事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8284CC-00A0-41AF-B56B-1F140E2E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想完成什么：找到空闲时段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C6C163-7376-454A-AD46-C78A16C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输入什么：日期与开始结束时间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C37EE1-6D37-43C5-881D-8CA2EA06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看到什么：预约成功或清楚拒绝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E5C4BD4-A9C3-40EC-B7C5-370A77E4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练习边界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6FD6035-975C-4646-BBD8-688BCE32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一间会议室，09:00—18:00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BD7A8C-C7DA-4B46-8AFB-86C591B7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时间只能落在半小时边界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D55C0E3-E2CD-4ED8-8DC5-E9F2AE17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每次预约在同一日期内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B9499E1-42DC-4EF1-9884-F9F56E66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本地练习，无登录与审批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588DEC81-A9BB-40ED-A042-16A0EA26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业务负责人指定验收人，真实客户要求需单独确认</a:t>
            </a:r>
          </a:p>
        </p:txBody>
      </p:sp>
    </p:spTree>
    <p:extLst>
      <p:ext uri="{BB962C8B-B14F-4D97-AF65-F5344CB8AC3E}">
        <p14:creationId xmlns:p14="http://schemas.microsoft.com/office/powerpoint/2010/main" val="1446720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C117D7-859E-4E2D-A65A-66B8852D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我能亲手检查的验收例子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443ECEB-2DD9-4521-A158-2534B586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先写预期，再运行应用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7318D35-38FB-446F-8E2E-6A8FBD4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85CBB2F-23D7-46BF-81B1-53609224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476750"/>
                <a:gridCol w="449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我的操作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应该发生什么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A02 建立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提交一个有效预约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显示成功，并出现在列表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A03 冲突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对同一时段再次预约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拒绝，说明时间冲突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A04 取消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取消后再约原时段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原时段重新可用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A05 保存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刷新页面并重启服务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预约记录仍然存在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4C5EE8C0-956F-47CB-AEFA-3FFE438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验收记录写实际结果，遇到不同结果就保留问题</a:t>
            </a:r>
          </a:p>
        </p:txBody>
      </p:sp>
    </p:spTree>
    <p:extLst>
      <p:ext uri="{BB962C8B-B14F-4D97-AF65-F5344CB8AC3E}">
        <p14:creationId xmlns:p14="http://schemas.microsoft.com/office/powerpoint/2010/main" val="626963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4D9EC3-64B5-4135-A59A-F66ED643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4A：从四个角度看小工具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87B62A9-31D2-48EA-B981-D0C976E5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F8EB7EB-0F53-45CE-BF81-993BAD48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A290CC4-C844-420A-AFDB-FAFF2024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462845-FAE3-4E04-8450-4FD068A3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A890597-ED61-4921-80C6-97C6D569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6BCF564B-4FC6-4BB5-9100-D6271DB4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739041E9-4E22-4EDB-A713-2439E16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7FF23830-346E-421A-BB5B-FE2782FF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3A7882-BC5F-4EF8-A7D0-FF415F6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059FBC1-723B-4A0E-93B9-1759A74F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3865C5A5-1358-4F89-A6CE-BD1E880B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331D399A-0CBF-441E-A45D-E49B2DF2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E9DE8ECF-300A-498C-9368-7F14B20B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C02A689-2223-4506-817E-26AA53E2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CBEC239-B392-49E0-8BF3-1AB27C96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F908D86B-34CB-4C1E-B0BA-83F2F30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BE6CAEA2-0BFC-4E22-8760-2024CFC1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25442051-A0D2-48B0-B1C9-EC7D7E88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4C9CD58-4A02-4A82-9B52-C1F2A03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7EF8833-E47A-4961-B2C1-BE9A310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D79AF48E-E54E-4266-AF90-6614FFC8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0EF31F94-801F-439B-BDD0-8BA08AFD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DF11BA9B-51FC-4377-9E2F-2495AED4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26035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26035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CB111363-DBA5-40DC-B3B6-EACE46FF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业务怎样办、程序怎样分工、数据怎样存、技术怎样运行</a:t>
            </a:r>
          </a:p>
        </p:txBody>
      </p:sp>
    </p:spTree>
    <p:extLst>
      <p:ext uri="{BB962C8B-B14F-4D97-AF65-F5344CB8AC3E}">
        <p14:creationId xmlns:p14="http://schemas.microsoft.com/office/powerpoint/2010/main" val="317050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F3B1E1-D826-4A1D-99F8-36645D24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第一次启动本地工具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2C67A7C6-8362-42E4-BB64-BD1C63B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A613BB-2C97-4644-9926-053F2B7F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8B2506F-2C0A-4932-939E-289F4146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在项目根目录运行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A301B9-5D0D-4149-9C97-BB888533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python3 demo/app.py --port 8765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A74AEA-90FB-4A9D-80CC-EFF8966C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在浏览器打开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9DBDE19-3AA4-44BB-8BDB-419147FD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http://127.0.0.1:8765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2C4F676F-955B-4A7F-95A5-05D81A2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终端保持运行，全部使用虚构预约信息</a:t>
            </a:r>
          </a:p>
        </p:txBody>
      </p:sp>
    </p:spTree>
    <p:extLst>
      <p:ext uri="{BB962C8B-B14F-4D97-AF65-F5344CB8AC3E}">
        <p14:creationId xmlns:p14="http://schemas.microsoft.com/office/powerpoint/2010/main" val="1016474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AB2B17-A807-42DF-86C3-5B3F509F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一次成功预约与刷新检查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8EA8968-ACE2-474E-A142-23859DD4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A01、A02、A05：查看、建立与保存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207EB35-1C04-4D3B-93C4-4CCF4B18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D30D0DE-84A0-4444-B544-86CB4852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8FFA7A-7EF2-4451-9031-6F6DA634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5923750-510C-46B4-B78C-DE0CAF74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859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选定同一日期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C7E5C9F-B3DE-47F4-8BC0-9D15BC8E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859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查看会议室当天的已有预约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55CBF2-EF92-40F2-AC21-15488540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F58100-959E-4965-A677-2CC34CAC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241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提交空闲时段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81FB08E-8DB4-4138-86FA-0025E5CD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241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例如 10:00—11:00，填写虚构信息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3EE63FB-3D97-47C1-AB3C-5315A531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1933B6-DB91-4688-BD9F-002ECB9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623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记录实际结果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A5E92F-ADA0-425A-A7BA-FAEFA101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623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成功提示、列表内容与预约标识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2D404D-8616-437C-ACF8-A4E7A8F5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16CEB8-3025-4167-8F1A-1521C1E9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00575"/>
            <a:ext cx="3124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刷新再查看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C28EE00-2C80-430A-9F19-91EEA56B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00575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保持相同日期，核对预约仍然存在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FE982E1B-0407-4C63-912F-933DBBB0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重启服务后还应检查一次，记录与刷新验收分开</a:t>
            </a:r>
          </a:p>
        </p:txBody>
      </p:sp>
    </p:spTree>
    <p:extLst>
      <p:ext uri="{BB962C8B-B14F-4D97-AF65-F5344CB8AC3E}">
        <p14:creationId xmlns:p14="http://schemas.microsoft.com/office/powerpoint/2010/main" val="260854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F24C00-8346-422B-B479-934096F6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相邻可以，重叠不可以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E06198B5-F53F-4E95-A5F9-26AB0D86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07440A-2897-42C6-9E1F-A226782C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7D46ECC-4CE4-40BB-B2D8-E23E74B5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相邻时段允许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EFD260-530E-47AE-BB92-2B532A0B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已有 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再约 11:00—12:00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877930-F43D-430D-AB42-C6A865C9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24E36"/>
                </a:solidFill>
                <a:latin typeface="Arial Unicode MS"/>
                <a:ea typeface="Arial Unicode MS"/>
                <a:cs typeface="Arial Unicode MS"/>
              </a:rPr>
              <a:t>重叠时段拒绝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15774CF-0CA0-425E-BC95-D79C5A9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52197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已有 10:00—11:00</a:t>
            </a:r>
          </a:p>
          <a:p xmlns:a="http://schemas.openxmlformats.org/drawingml/2006/main">
            <a:pPr algn="l">
              <a:def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再约 10:30—11:30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5ABB9152-7347-4E1D-8C5F-DC4CA61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随后取消原预约，再验证原时段重新可用</a:t>
            </a:r>
          </a:p>
        </p:txBody>
      </p:sp>
    </p:spTree>
    <p:extLst>
      <p:ext uri="{BB962C8B-B14F-4D97-AF65-F5344CB8AC3E}">
        <p14:creationId xmlns:p14="http://schemas.microsoft.com/office/powerpoint/2010/main" val="15173756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2F0005-4C48-4374-AF27-5E858A80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出现问题时的求助说明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C4AF933-A997-4FCD-911D-6A57719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具体记录能让导师和 AI 更快定位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F228092-7FAD-4126-B34B-9723A526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D1588E-576E-410E-8955-0546F0A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7EE3A1-6B01-43E0-BCF2-E299F9D0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我做了什么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3125B0-A94F-4DCB-AC50-5DB1B99B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日期、输入、操作顺序与命令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EF9543-AAAA-44BC-8406-21BB18D9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我期待什么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3135A13-6EB9-4B05-9FE4-269E02FA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对应的验收例子与预期结果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4D3363-6424-4BEC-A684-8DE40DC3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实际发生什么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F2D6C7-7E9C-4D16-99DF-2ABE0AD3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错误文字、界面变化与数据变化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00F77AE-398D-4DB3-8388-86E4BA61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运行环境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3D5BAA-0CF7-4121-B485-09B13426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系统、Python 版本、代码版本及是否重启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4A45D7EC-A70C-4B63-B26B-EA002B5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先复现同一问题，再尝试一项有理由的修改</a:t>
            </a:r>
          </a:p>
        </p:txBody>
      </p:sp>
    </p:spTree>
    <p:extLst>
      <p:ext uri="{BB962C8B-B14F-4D97-AF65-F5344CB8AC3E}">
        <p14:creationId xmlns:p14="http://schemas.microsoft.com/office/powerpoint/2010/main" val="345329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9C4B20-C927-4D49-89C7-164402E6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一个可用的 AI 任务说明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7D534B4-DED3-4C95-9A48-7F0A348B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500DAA6-89AA-4BC8-8A85-D8FAAA9A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D7FD9F-1C17-4248-96B5-75CFBCA3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场景：同事预约一间会议室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57904F-8971-48CB-97B6-6DD2D09E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范围：只调整输入提示，不改变预约规则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26E675-8F32-4E46-BDA4-B1531A8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验收：错误提示说清原因，旧用例继续通过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175E4D-9DDD-4A78-88A7-ED44C963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过程：先解释计划，再列出修改与检查结果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3B8A5087-E725-4EBD-9381-0FD8774F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长期规则放在 AGENTS.md，当前任务写清具体目标</a:t>
            </a:r>
          </a:p>
        </p:txBody>
      </p:sp>
    </p:spTree>
    <p:extLst>
      <p:ext uri="{BB962C8B-B14F-4D97-AF65-F5344CB8AC3E}">
        <p14:creationId xmlns:p14="http://schemas.microsoft.com/office/powerpoint/2010/main" val="4637024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78566F-4DF4-47B1-9445-DA3A3729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练习：午休时段不可预约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55015A8-D3C3-4034-AF2C-7CBAE95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这是新增练习要求，基线应用尚未包含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0DEFE9DD-1A56-4EE8-B0CB-14A987C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FA66563-E302-42C2-A153-B14D552B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681CA5-04A5-47A7-B5A4-E77BB6F3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先说明规则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E24940-9D2D-448C-9B38-413ECB09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假设午休为 12:00—13:00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D766CD-81D1-473B-8FD6-BA167963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只要与午休重叠，就拒绝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4690DA-2A4F-461B-BC67-98DACBBA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11:00—12:00 仍然允许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28DD93-181C-40AB-ABF4-7191038B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13:00—14:00 仍然允许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07F0C62-343B-46B8-8F21-42588114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再完成验证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FEBCF1-70A9-4700-8122-AB461A1E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写正常与异常验收例子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E50338-BD7C-4A50-BFCB-82D5A2F4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请 AI 先给修改计划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2DADC3D-E542-447B-8C36-B55DC5FB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在导师指导下检查变更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8C41627-D4F0-4883-A16D-21AC2AB8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运行旧用例并记录新结果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A49D86C9-5092-4610-BBAE-AE34898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时间为教学假设，真实规则由业务确认</a:t>
            </a:r>
          </a:p>
        </p:txBody>
      </p:sp>
    </p:spTree>
    <p:extLst>
      <p:ext uri="{BB962C8B-B14F-4D97-AF65-F5344CB8AC3E}">
        <p14:creationId xmlns:p14="http://schemas.microsoft.com/office/powerpoint/2010/main" val="1317529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FAC938-E24F-4C04-A4AD-FD14CABB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新要求：增加主管审批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8DE4E52-3BB3-4EE5-A714-B8B250D1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一个新按钮可能改变整个办事流程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1716339B-B619-4ED2-85C6-DC37BE1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7AC14E-34F2-4FD1-AA76-C72DC33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53C994-C88F-4140-989F-83D6A348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先向业务问清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0172AE-90D9-4C47-B72C-CA5B7109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谁可以审批，谁可以查看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891885-9281-4F4F-9247-ED7916F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等待审批时是否占用时段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BE1462-A6E0-418F-8B69-579096E2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驳回以后怎样通知与处理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43A9ACC-631A-4B9D-BCAD-09F1E28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旧预约如何继续使用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2976150-C9A3-4259-856F-3D2ECAA1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再讨论交付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72BC13-12BC-49D6-B3B1-3652902D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比较原范围先交与分期方案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60FA18-D240-42E9-BF9D-B9AFA761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评估数据、权限和测试变化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2606161-B4EB-4513-8B5D-8D63F3FB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保留原承诺与新预测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F9C2EF6-2A6F-4546-AFFD-538802B8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授权人确认后更新计划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E1857C2F-AB77-4F41-82B1-967CA353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审批是变更演练，不是本地示例已有功能</a:t>
            </a:r>
          </a:p>
        </p:txBody>
      </p:sp>
    </p:spTree>
    <p:extLst>
      <p:ext uri="{BB962C8B-B14F-4D97-AF65-F5344CB8AC3E}">
        <p14:creationId xmlns:p14="http://schemas.microsoft.com/office/powerpoint/2010/main" val="15020615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7A611E-A94B-4A11-AF5D-A102E60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交付前需要与客户说清的事项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11C78E8-46D6-473E-8134-07DD89A6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部署与 DfX 只做基础认识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7F81194A-EC52-4C96-B2B8-E7527B3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866573F-F16F-4719-893A-5D306FF1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62750"/>
                <a:gridCol w="42100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问题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需要谁来确认</a:t>
                      </a:r>
                    </a:p>
                  </a:txBody>
                  <a:tcPr marL="152400" marR="152400" marT="104775" marB="104775" anchor="ctr">
                    <a:solidFill>
                      <a:srgbClr val="A2603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程序放在哪里，环境何时可用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客户与环境负责人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哪些人能访问，哪些数据可使用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业务、IT 与安全相关负责人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冲突、故障、性能怎样验收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业务与工程人员共同确认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谁运行维护，怎样备份和恢复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运维与交付负责人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84C8EE91-9E60-4442-B2EA-E11D70F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本例运行在自己电脑上，真实部署需要额外设计与验证</a:t>
            </a:r>
          </a:p>
        </p:txBody>
      </p:sp>
    </p:spTree>
    <p:extLst>
      <p:ext uri="{BB962C8B-B14F-4D97-AF65-F5344CB8AC3E}">
        <p14:creationId xmlns:p14="http://schemas.microsoft.com/office/powerpoint/2010/main" val="5299292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DFCD52-5D9E-4B70-814C-BD350064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交付状态与工具求助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690101F-D8CA-4BF5-9820-37A859E5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每次汇报都说清下一步需要什么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6A48577-79D6-4A74-B54D-F86C6F83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15FF69-FFE8-4C45-B7EA-0F3AB5D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642B81-09D4-4C3B-8F9D-2E2C9702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状态记录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F4BAA1-06B0-4520-83DE-9C92C804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本次范围与验收条件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732BD5-788E-4BBB-AD19-93A99FB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已完成操作及实际证据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434CDA-0AA0-44C3-95C5-15720F2C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还没通过的项目与阻塞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46F0CD-E013-45D6-A74D-323D2FA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下一步和需要谁帮助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D30F93-C944-474C-B865-D2E43066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工具与导师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342ADE7-38CE-48F5-B149-A4788E90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工具不可用时保留文件与记录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F074282-0222-4F61-ACC2-79E8EB9F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新工具仍需符合数据与权限规则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C25A9A6-8D65-4666-B597-23C84164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业务问题找需求或验收负责人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5878000-8FD9-4818-BB6F-7D719768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代码、数据、发布问题找技术导师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7F34B6FB-129D-4D77-869D-DB51BEDE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已实现、已验证、客户已接受分别记录</a:t>
            </a:r>
          </a:p>
        </p:txBody>
      </p:sp>
    </p:spTree>
    <p:extLst>
      <p:ext uri="{BB962C8B-B14F-4D97-AF65-F5344CB8AC3E}">
        <p14:creationId xmlns:p14="http://schemas.microsoft.com/office/powerpoint/2010/main" val="9813230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485FE6-D885-4101-8725-4515B33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完成证明与下一次改进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0FB79E7-2526-4E04-913E-40EBB8DE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把一个新任务完整讲清楚并实际验证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BF4B9CA-26E4-465B-B48B-CBEF26C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新手版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51B2307-2691-4E87-8900-F7FAF529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B92217-B44B-4AC6-A24A-533CF37C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完成证明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555F4F-5523-408C-A11F-C224806D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一张清楚的场景与验收卡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727053-680C-4492-B0DD-51DEDF99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一次可解释的小变更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D0BA20-ED9C-474E-A46D-EE9417F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正常、异常与旧功能检查结果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F794544-E52E-49AF-B893-A58DEC0D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一份可复现的问题或交接记录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0E341D-2915-4DD6-A550-CE6AE2E1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课后改进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848EAA4-21E7-4E8A-A4A6-54447BA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记录最困惑的概念与操作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7AC2ECB-CC09-490E-8DD9-322F90D0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由导师核对验收和代码影响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EB5072-8666-417F-850A-3F833F5E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把新问题加入 FAQ 与练习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E47EB79-8660-4AE7-BE55-D5A4BF28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换一个小任务检查能否迁移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434AF197-7A97-4104-A4E3-755F9AD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26035"/>
                </a:solidFill>
                <a:latin typeface="Arial Unicode MS"/>
                <a:ea typeface="Arial Unicode MS"/>
                <a:cs typeface="Arial Unicode MS"/>
              </a:rPr>
              <a:t>课程效果等待真实练习与试讲结果验证</a:t>
            </a:r>
          </a:p>
        </p:txBody>
      </p:sp>
    </p:spTree>
    <p:extLst>
      <p:ext uri="{BB962C8B-B14F-4D97-AF65-F5344CB8AC3E}">
        <p14:creationId xmlns:p14="http://schemas.microsoft.com/office/powerpoint/2010/main" val="1132944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2026-10-03T05:39:02.2490000Z</dcterms:created>
  <dcterms:modified xsi:type="dcterms:W3CDTF">2026-10-03T05:39:02.2490000Z</dcterms:modified>
</coreProperties>
</file>