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69048a8fd640e6" /><Relationship Type="http://schemas.openxmlformats.org/officeDocument/2006/relationships/extended-properties" Target="/docProps/app.xml" Id="R2be8366f66c04a08" /><Relationship Type="http://schemas.openxmlformats.org/officeDocument/2006/relationships/officeDocument" Target="/ppt/presentation.xml" Id="R7a33097ea74e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4cb6a3c89148dc"/>
  </p:sldMasterIdLst>
  <p:notesMasterIdLst>
    <p:notesMasterId xmlns:r="http://schemas.openxmlformats.org/officeDocument/2006/relationships" r:id="Ra5a6198565184cec"/>
  </p:notesMasterIdLst>
  <p:sldIdLst>
    <p:sldId xmlns:r="http://schemas.openxmlformats.org/officeDocument/2006/relationships" id="256" r:id="R3ae13bc1f1c7472d"/>
    <p:sldId xmlns:r="http://schemas.openxmlformats.org/officeDocument/2006/relationships" id="257" r:id="R445d2b53f5bb4dd6"/>
    <p:sldId xmlns:r="http://schemas.openxmlformats.org/officeDocument/2006/relationships" id="258" r:id="R2055e9b35d7e4c81"/>
    <p:sldId xmlns:r="http://schemas.openxmlformats.org/officeDocument/2006/relationships" id="259" r:id="R8647b3dc69644a94"/>
    <p:sldId xmlns:r="http://schemas.openxmlformats.org/officeDocument/2006/relationships" id="260" r:id="Rfd59697782164563"/>
    <p:sldId xmlns:r="http://schemas.openxmlformats.org/officeDocument/2006/relationships" id="261" r:id="R9e6a354ac0ef450c"/>
    <p:sldId xmlns:r="http://schemas.openxmlformats.org/officeDocument/2006/relationships" id="262" r:id="R4c053ae882c14c9c"/>
    <p:sldId xmlns:r="http://schemas.openxmlformats.org/officeDocument/2006/relationships" id="263" r:id="Rc43975bb04b346bd"/>
    <p:sldId xmlns:r="http://schemas.openxmlformats.org/officeDocument/2006/relationships" id="264" r:id="R4fda3c7e1b2e4cd3"/>
    <p:sldId xmlns:r="http://schemas.openxmlformats.org/officeDocument/2006/relationships" id="265" r:id="R6c32c9c7fe744672"/>
    <p:sldId xmlns:r="http://schemas.openxmlformats.org/officeDocument/2006/relationships" id="266" r:id="R390661bde7be4c8a"/>
    <p:sldId xmlns:r="http://schemas.openxmlformats.org/officeDocument/2006/relationships" id="267" r:id="R5318a8e7f57f42ad"/>
    <p:sldId xmlns:r="http://schemas.openxmlformats.org/officeDocument/2006/relationships" id="268" r:id="R532dfe0729a642f2"/>
    <p:sldId xmlns:r="http://schemas.openxmlformats.org/officeDocument/2006/relationships" id="269" r:id="R4ee6d345ae9f43ac"/>
    <p:sldId xmlns:r="http://schemas.openxmlformats.org/officeDocument/2006/relationships" id="270" r:id="R25bb3a6b40ad4952"/>
    <p:sldId xmlns:r="http://schemas.openxmlformats.org/officeDocument/2006/relationships" id="271" r:id="Rc9b51328bf704cfa"/>
    <p:sldId xmlns:r="http://schemas.openxmlformats.org/officeDocument/2006/relationships" id="272" r:id="R433df959d0d24a36"/>
    <p:sldId xmlns:r="http://schemas.openxmlformats.org/officeDocument/2006/relationships" id="273" r:id="Rd6773340c693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dddd569cd44d01" /><Relationship Type="http://schemas.openxmlformats.org/officeDocument/2006/relationships/slideMaster" Target="/ppt/slideMasters/slideMaster1.xml" Id="Rce4cb6a3c89148dc" /><Relationship Type="http://schemas.openxmlformats.org/officeDocument/2006/relationships/notesMaster" Target="/ppt/notesMasters/notesMaster1.xml" Id="Ra5a6198565184cec" /><Relationship Type="http://schemas.openxmlformats.org/officeDocument/2006/relationships/presProps" Target="/ppt/presProps.xml" Id="R5a1d09a6313245f6" /><Relationship Type="http://schemas.openxmlformats.org/officeDocument/2006/relationships/tableStyles" Target="/ppt/tableStyles.xml" Id="Rfe1cffe12611459c" /><Relationship Type="http://schemas.openxmlformats.org/officeDocument/2006/relationships/slide" Target="/ppt/slides/slide1.xml" Id="R3ae13bc1f1c7472d" /><Relationship Type="http://schemas.openxmlformats.org/officeDocument/2006/relationships/slide" Target="/ppt/slides/slide2.xml" Id="R445d2b53f5bb4dd6" /><Relationship Type="http://schemas.openxmlformats.org/officeDocument/2006/relationships/slide" Target="/ppt/slides/slide3.xml" Id="R2055e9b35d7e4c81" /><Relationship Type="http://schemas.openxmlformats.org/officeDocument/2006/relationships/slide" Target="/ppt/slides/slide4.xml" Id="R8647b3dc69644a94" /><Relationship Type="http://schemas.openxmlformats.org/officeDocument/2006/relationships/slide" Target="/ppt/slides/slide5.xml" Id="Rfd59697782164563" /><Relationship Type="http://schemas.openxmlformats.org/officeDocument/2006/relationships/slide" Target="/ppt/slides/slide6.xml" Id="R9e6a354ac0ef450c" /><Relationship Type="http://schemas.openxmlformats.org/officeDocument/2006/relationships/slide" Target="/ppt/slides/slide7.xml" Id="R4c053ae882c14c9c" /><Relationship Type="http://schemas.openxmlformats.org/officeDocument/2006/relationships/slide" Target="/ppt/slides/slide8.xml" Id="Rc43975bb04b346bd" /><Relationship Type="http://schemas.openxmlformats.org/officeDocument/2006/relationships/slide" Target="/ppt/slides/slide9.xml" Id="R4fda3c7e1b2e4cd3" /><Relationship Type="http://schemas.openxmlformats.org/officeDocument/2006/relationships/slide" Target="/ppt/slides/slide10.xml" Id="R6c32c9c7fe744672" /><Relationship Type="http://schemas.openxmlformats.org/officeDocument/2006/relationships/slide" Target="/ppt/slides/slide11.xml" Id="R390661bde7be4c8a" /><Relationship Type="http://schemas.openxmlformats.org/officeDocument/2006/relationships/slide" Target="/ppt/slides/slide12.xml" Id="R5318a8e7f57f42ad" /><Relationship Type="http://schemas.openxmlformats.org/officeDocument/2006/relationships/slide" Target="/ppt/slides/slide13.xml" Id="R532dfe0729a642f2" /><Relationship Type="http://schemas.openxmlformats.org/officeDocument/2006/relationships/slide" Target="/ppt/slides/slide14.xml" Id="R4ee6d345ae9f43ac" /><Relationship Type="http://schemas.openxmlformats.org/officeDocument/2006/relationships/slide" Target="/ppt/slides/slide15.xml" Id="R25bb3a6b40ad4952" /><Relationship Type="http://schemas.openxmlformats.org/officeDocument/2006/relationships/slide" Target="/ppt/slides/slide16.xml" Id="Rc9b51328bf704cfa" /><Relationship Type="http://schemas.openxmlformats.org/officeDocument/2006/relationships/slide" Target="/ppt/slides/slide17.xml" Id="R433df959d0d24a36" /><Relationship Type="http://schemas.openxmlformats.org/officeDocument/2006/relationships/slide" Target="/ppt/slides/slide18.xml" Id="Rd6773340c693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77a1c017b4f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391b3ffdcb418b" /><Relationship Type="http://schemas.openxmlformats.org/officeDocument/2006/relationships/notesMaster" Target="/ppt/notesMasters/notesMaster1.xml" Id="Rbb2efc5c63454d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f839158574854" /><Relationship Type="http://schemas.openxmlformats.org/officeDocument/2006/relationships/notesMaster" Target="/ppt/notesMasters/notesMaster1.xml" Id="Rdcbd0da036dc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c32f90f5004537" /><Relationship Type="http://schemas.openxmlformats.org/officeDocument/2006/relationships/notesMaster" Target="/ppt/notesMasters/notesMaster1.xml" Id="R4dfca09c787c42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b06d5556a044b9" /><Relationship Type="http://schemas.openxmlformats.org/officeDocument/2006/relationships/notesMaster" Target="/ppt/notesMasters/notesMaster1.xml" Id="R2f8b30f0356844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6f0ebc5b3b430d" /><Relationship Type="http://schemas.openxmlformats.org/officeDocument/2006/relationships/notesMaster" Target="/ppt/notesMasters/notesMaster1.xml" Id="Rafd785767715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23245593694402" /><Relationship Type="http://schemas.openxmlformats.org/officeDocument/2006/relationships/notesMaster" Target="/ppt/notesMasters/notesMaster1.xml" Id="R4cdafb57e13d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0ddcec9f3f4e23" /><Relationship Type="http://schemas.openxmlformats.org/officeDocument/2006/relationships/notesMaster" Target="/ppt/notesMasters/notesMaster1.xml" Id="R49a2bc4f1d9747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b294659678429c" /><Relationship Type="http://schemas.openxmlformats.org/officeDocument/2006/relationships/notesMaster" Target="/ppt/notesMasters/notesMaster1.xml" Id="R292fc6725bb2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102ca500554cee" /><Relationship Type="http://schemas.openxmlformats.org/officeDocument/2006/relationships/notesMaster" Target="/ppt/notesMasters/notesMaster1.xml" Id="Rf2e8168b3be94c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8b74d128f44032" /><Relationship Type="http://schemas.openxmlformats.org/officeDocument/2006/relationships/notesMaster" Target="/ppt/notesMasters/notesMaster1.xml" Id="R41b5b1cae66947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99b3c6c8274eb3" /><Relationship Type="http://schemas.openxmlformats.org/officeDocument/2006/relationships/notesMaster" Target="/ppt/notesMasters/notesMaster1.xml" Id="Rb8d335b0cb034d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dbbf2819db41d0" /><Relationship Type="http://schemas.openxmlformats.org/officeDocument/2006/relationships/notesMaster" Target="/ppt/notesMasters/notesMaster1.xml" Id="R7b88a5d855f044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3c173ed6aa4885" /><Relationship Type="http://schemas.openxmlformats.org/officeDocument/2006/relationships/notesMaster" Target="/ppt/notesMasters/notesMaster1.xml" Id="R26a3843059ec44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6881ed8aff4936" /><Relationship Type="http://schemas.openxmlformats.org/officeDocument/2006/relationships/notesMaster" Target="/ppt/notesMasters/notesMaster1.xml" Id="R5f149fce4ff942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f6138f63ce47eb" /><Relationship Type="http://schemas.openxmlformats.org/officeDocument/2006/relationships/notesMaster" Target="/ppt/notesMasters/notesMaster1.xml" Id="R27d3d95c21fe43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442164d15c4a75" /><Relationship Type="http://schemas.openxmlformats.org/officeDocument/2006/relationships/notesMaster" Target="/ppt/notesMasters/notesMaster1.xml" Id="R56ff751a55b941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bf87a1925a4526" /><Relationship Type="http://schemas.openxmlformats.org/officeDocument/2006/relationships/notesMaster" Target="/ppt/notesMasters/notesMaster1.xml" Id="Rfe088e17e1d443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dc44061ebf4fa0" /><Relationship Type="http://schemas.openxmlformats.org/officeDocument/2006/relationships/notesMaster" Target="/ppt/notesMasters/notesMaster1.xml" Id="Raebd4d1ccc4f49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委派、验证与恢复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这份材料帮助你定义 AI 工作边界、独立验证修改，并处理一次故障。自学顺序：先读第 2—4 页案例及第 5—9 页方法，再运行第 10—14 页对应的本地实验，最后完成第 15—18 页的变更、交接和独立自测。补充说明与命令可在 engineer-notes.md 查阅。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完成证明：提交任务说明、最短复现、代码差异、实际检查记录和接受或退回的依据。环境检查以 demo/README.md 为准。无需使用 AI 也能运行基线应用与故障实验。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原约定是周五试用查看、预约和取消。新增审批引入了审批人、驳回处理、待审批记录可见范围等未确认事项。页面已能操作，只能说明部分实现已完成，不能据此判断新增范围可以按原日期交付。一次试用因此暂缓，团队需要重新核对范围和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自行判断：新增审批属于原范围缺陷，还是新需求？在承诺日期之前至少需要哪些证据？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自检：审批是新需求。基础功能是否合格要单独验收。决策需要原范围与验收状态、新增规则、受影响任务、依赖、日期预测及可选方案。本故事没有实际估算数据，不能据此给出具体延期天数。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这是虚构的错误修改情境。相邻预约误判修复后，重叠预约也被允许。测试变绿，是因为错误修改同时改变了测试预期。工程师暂缓合并，故障尚未交给真实用户。关键问题在于测试是否仍对应已确认业务规则。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自行判断：已有 10:00—11:00，接着预约 11:00—12:00 应当允许。改为 10:30—11:30 应当拒绝。不要先阅读实现，先写下这两个独立预期，再查看测试差异。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自检：能说明预期来自业务规则，并指出测试预期变化需要什么需求依据。该情境不代表每次 AI 修改都会发生同样问题。故障脚本与正确实现的比较见工程师材料。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这是虚构学习情境。页面能够接收输入并显示预约，但刷新后记录消失。故事预设记录只保存在页面内存，真实项目出现同样现象时仍需先复现、再排查，不能直接套用这个原因。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自行写出三项验收：提交后刷新仍能看到预约，同一日期重叠时段不能重复预约，取消后原时段重新可用。随后把软件拆成输入、规则、数据和结果，说明每项验收涉及哪些部分。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自检：能用操作步骤、预期与实际描述一个问题，而不是只说不好用。页面完成不等于整个预约流程可靠。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页：一次委派的任务合同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任务合同把业务目标、允许修改范围、约束和完成证据写清楚。本例可引用 R03，明确相邻允许、重叠拒绝，并限定修改相关校验、必要测试与说明。验收预期可以随确认后的业务规则调整，但不能在没有依据时悄改。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动手：把修一下相邻预约写成任务说明，要求 AI 先说明计划、涉及文件和验证方法。随后检查实际差异是否超出范围。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自检：另一人能否仅凭这份说明接受或退回结果？稳定约定放入 AGENTS.md，当前任务状态与讨论留在任务记录。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页：验收例子定义正确行为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时间区间采用半开形式 [开始,结束)，因此 10:00—11:00 不占用 11:00 开始的下一段。日期也是冲突判断的一部分，不同日期的同一时刻不能误判冲突。输入需满足同日、09:00—18:00 及半小时边界。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动手：在查看实现之前，写出相邻、部分重叠、包含、不同日期、越界、刷新重启和同时提交的预期。再与 A01—A08 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自检：测试是否依据独立业务例子检查实际效果？如果测试只是复制实现中的判断式，两者可能带着同一个错误一起通过。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页：4A 与实现边界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 是查看、预约、取消流程及规则，AA 划分页面、HTTP 接口、业务校验和存取职责。DA 使用 bookings 保存预约，每条预约对应多个 slots。slots 的日期与格起点组成唯一占用，取消预约级联释放占用格。TA 是本机浏览器、Python 标准库服务和 SQLite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动手：将 R03 和 R08 分别对应到流程、模块、表字段及验证项。详细设计和图源见 docs/case/architecture.md。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自检：能否说明哪些改动只影响提示，哪些会影响数据一致性？四类视图用于定位影响范围，不能替代代码和实际验证。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页：项目上下文与实际约束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AGENTS.md 帮助 AI 找到项目规则、入口、命令与完成标准。沙箱、权限、测试、数据库约束和恢复流程通过实际机制落实。两者需要一致，文档文字本身不会限制工具权限，也不会强制测试运行。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动手：从本仓库的 AGENTS.md 找到运行与测试入口，核对命令是否对应当前代码。检查任务允许修改的目录及所用数据来源。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自检：如果 AI 没遵守一条规则，能够指出应改上下文、测试、工具权限还是审查方式，并保留失败证据。暂态记录不应不断堆入长期约定。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  <a:p xmlns:a="http://schemas.openxmlformats.org/drawingml/2006/main">
            <a:r>
              <a:t>sandbox: https://learn.chatgpt.com/docs/sandboxing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页：差异审查的四个入口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差异审查从业务预期、实现范围、数据影响和证据来源进入。重点核对删除的断言、放宽的预期、任务外改动、新依赖，以及失败后是否残留数据。AI 的总结可以帮助导航，实际差异与输出仍需查看。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动手：选一项小修改，分别标注代码变化、测试变化和需求依据。对每条测试预期变化写一句理由。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自检：能否把发现的问题变成下一次可执行的任务约束或检查？测试随业务变更是正常行为，判断依据是需求与证据，而不是一概禁止改测试。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页：故障一：相邻修复引入重叠回归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相邻与重叠是两个需要同时成立的业务条件。只修复相邻误判，再把重叠预期改成允许，会造成测试通过但业务错误。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动手：在项目根目录运行 python3 demo/labs/failure_lab.py。先根据左右例子写出预期，再观察脚本中的故障、错误修复、弱测试及独立验收对照。它是预设学习实验，不是某次真实模型输出记录。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自检：能否解释弱测试为何通过、独立例子为何失败、正确修复还要覆盖哪些边界？保留本机实际输出，不把文档描述当作已经执行的结果。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页：故障二：检查空闲后仍可能双订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表格给出缺少保护时的竞态：两个请求先后读到空闲，再分别创建预约。正式实现采用半小时占用格，slots 的 (day,start_minute) 主键保证同日每格唯一。BEGIN IMMEDIATE 事务内插入预约和全部格，一格冲突就整笔回滚。取消通过外键级联释放格。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动手：找到创建事务和并发测试，核对成功响应、冲突响应以及最终数据库状态。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自检：除了只成功一次，还应确认没有多余预约或残留格。SQLite 同时只允许一个写事务，程序仍需处理等待或超时。单人页面操作不能代替并发验收。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transaction: https://sqlite.org/lang_transaction.html</a:t>
            </a:r>
          </a:p>
          <a:p xmlns:a="http://schemas.openxmlformats.org/drawingml/2006/main">
            <a:r>
              <a:t>constraints: https://sqlite.org/lang_createtable.html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页：故障三：页面状态与持久化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页面刷新后丢失可能来自仅存于页面内存。服务重启后丢失也可能来自事务未提交、数据库路径错误或临时数据。某日查不到还可能与查询条件有关。相同现象不能直接断定同一原因。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动手：写最短复现步骤，分别检查页面、接口和存储。使用 R05/A05 验证刷新及重启后的记录，再用 R04/A04 检查取消释放。故障脚本也包含页面内存重建与数据库重新打开的比较。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自检：结论是否有数据或输出支持？SQLite 文件式存储无需单独数据库服务进程，但 Python 分发必须包含 sqlite3 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页：验证命令与证据记录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第一条命令发现并运行 demo/tests 中的测试，-v 显示详细测试名。第二条命令运行预设的故障与修复对照。两者都应在项目根目录执行，并保存命令、版本、环境和实际输出。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动手：分别运行两条命令，将 A01—A08 与对应自动检查、人工操作或并发结果关联。若失败，先保存输出，再修改和回归。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自检：能否说明已执行的检查证明了什么、没有覆盖什么？通过当前测试不表示所有需求、生产可靠性或客户接受已经得到证明。本机未运行的项目写未执行。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unittest: https://docs.python.org/3/library/unittest.html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页：本地运行与恢复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在项目根目录启动应用，浏览器访问本机地址后完成查看、建立、冲突拒绝、取消和刷新验收。恢复需要同时考虑程序版本与数据兼容，不能只回退代码而忽略数据库。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动手：运行 python3 demo/backup.py exercise，实验只使用临时目录。实际备份示例为 python3 demo/backup.py backup --source demo/data/bookings.sqlite3 --output demo/backups/before-change.sqlite3。恢复示例为 python3 demo/backup.py restore --source demo/backups/before-change.sqlite3 --output demo/data/restored.sqlite3。已有目标会拒绝覆盖。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自检：按 demo/README.md 和恢复说明核对恢复后的预约和占用，再执行关键验收。不确定路径或数据影响时先停止，不直接删除数据库。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页：审批变更与阶段报告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审批在本例中是新增需求练习，尚未实现。工程评估需要先澄清审批人、占用和驳回规则，再识别状态、权限、数据、接口、测试、迁移与材料的变化。工作量、关键路径和外部等待分别影响日期。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动手：为审批整理一份影响分析和阶段报告，分别写出原承诺、当前批准承诺、已验证证据、剩余工作、最新预测及待决策事项。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自检：是否把新增人日直接当作延期天数？是否在授权人确认前更新了对外承诺？保留未受影响工作的推进。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页：部署与 DfX 的最低说明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真实部署需要对齐位置、基础设施、数据库与中间件准入、数据连接、环境提供方及就绪日期。DfX 按场景选择适用质量属性，明确目标、措施、责任人、验证环境、证据和遗留限制。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动手：为预约一致性写出验证方式，为真实性能需求列出仍然缺失的用户规模与环境信息。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自检：不要把本机一次响应速度当作性能承诺，也不要把只监听本机当作完整安全性证明。本例无登录，标准库 HTTP 仅用于本地学习，真实部署需额外设计和验证。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页：工具接续与团队能力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任务接续依赖可运行代码、清楚需求、版本、差异、测试和问题记录。工具、模型及版本变化后，需要用代表性任务比较质量与总成本。培养团队能力时，可把审查理由和故障定位依据写成可复用例子。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动手：只根据当前交接材料重新运行一项检查，记录缺少的上下文。为一个新手问题提供最短复现及解释，而不是只交付修好的文件。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自检：另一人是否能够复核你的结论并接续？能否量化审查与返工时间，避免只统计生成速度？替代工具仍需满足数据与权限要求。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页：工程师自测与持续改进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独立自测：从 training/exercises.md 选择尚未完成的变更或故障。先写验收和修改边界，再使用 AI 或手工完成，最后核对差异并运行检查。先完成自己的判断，再阅读参考解析。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通过标准：能够复现问题、说明业务预期、解释根因、控制修改范围、提供真实回归结果，并说明接受、退回或恢复的依据。测试通过但说不清预期来源时，证据仍不完整。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完成后记录审查、返工及未解决项。长期共性约定进入 AGENTS.md，具体案例进入知识库。用下一项新任务检验改进是否有效。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487aa51b6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88c30f48244b17" /><Relationship Type="http://schemas.openxmlformats.org/officeDocument/2006/relationships/slideLayout" Target="/ppt/slideLayouts/slideLayout1.xml" Id="Re427bfbda713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7bfbda713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e8a9d05d144b7" /><Relationship Type="http://schemas.openxmlformats.org/officeDocument/2006/relationships/notesSlide" Target="/ppt/notesSlides/notesSlide1.xml" Id="R9ae27ac2d7e14d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fd1b50fe943bf" /><Relationship Type="http://schemas.openxmlformats.org/officeDocument/2006/relationships/notesSlide" Target="/ppt/notesSlides/notesSlide2.xml" Id="Rb3dca5eb09c0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9687fd5ed4b19" /><Relationship Type="http://schemas.openxmlformats.org/officeDocument/2006/relationships/notesSlide" Target="/ppt/notesSlides/notesSlide3.xml" Id="R8ba2c42a9b6745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42190f7c0436e" /><Relationship Type="http://schemas.openxmlformats.org/officeDocument/2006/relationships/notesSlide" Target="/ppt/notesSlides/notesSlide4.xml" Id="Rba780c693f9345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85f0e29054ed7" /><Relationship Type="http://schemas.openxmlformats.org/officeDocument/2006/relationships/notesSlide" Target="/ppt/notesSlides/notesSlide5.xml" Id="R4892af1cecca41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5e4259aa5419f" /><Relationship Type="http://schemas.openxmlformats.org/officeDocument/2006/relationships/notesSlide" Target="/ppt/notesSlides/notesSlide6.xml" Id="R8b7e08806f7d42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a27d64c44209" /><Relationship Type="http://schemas.openxmlformats.org/officeDocument/2006/relationships/notesSlide" Target="/ppt/notesSlides/notesSlide7.xml" Id="Rad11b06691a741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aa9dd5d4847b7" /><Relationship Type="http://schemas.openxmlformats.org/officeDocument/2006/relationships/notesSlide" Target="/ppt/notesSlides/notesSlide8.xml" Id="R36351c13210246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e7fb24c894703" /><Relationship Type="http://schemas.openxmlformats.org/officeDocument/2006/relationships/notesSlide" Target="/ppt/notesSlides/notesSlide9.xml" Id="Rb8b66334080049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727c313034e5c" /><Relationship Type="http://schemas.openxmlformats.org/officeDocument/2006/relationships/notesSlide" Target="/ppt/notesSlides/notesSlide10.xml" Id="R5fbe6c0ac2e74e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0346d190643c4" /><Relationship Type="http://schemas.openxmlformats.org/officeDocument/2006/relationships/notesSlide" Target="/ppt/notesSlides/notesSlide11.xml" Id="R63da35d33e4644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9e0d811fe4304" /><Relationship Type="http://schemas.openxmlformats.org/officeDocument/2006/relationships/notesSlide" Target="/ppt/notesSlides/notesSlide12.xml" Id="R5dda435af2444d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3dbddb6574f6b" /><Relationship Type="http://schemas.openxmlformats.org/officeDocument/2006/relationships/notesSlide" Target="/ppt/notesSlides/notesSlide13.xml" Id="R8a8e8d42053f4a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140ae3a594223" /><Relationship Type="http://schemas.openxmlformats.org/officeDocument/2006/relationships/notesSlide" Target="/ppt/notesSlides/notesSlide14.xml" Id="R924e2a4f9f5545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15e10be174f5f" /><Relationship Type="http://schemas.openxmlformats.org/officeDocument/2006/relationships/notesSlide" Target="/ppt/notesSlides/notesSlide15.xml" Id="R9ee7c51b589d48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27d70c9874cb6" /><Relationship Type="http://schemas.openxmlformats.org/officeDocument/2006/relationships/notesSlide" Target="/ppt/notesSlides/notesSlide16.xml" Id="Rc9890ea4110741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a53746abd4f58" /><Relationship Type="http://schemas.openxmlformats.org/officeDocument/2006/relationships/notesSlide" Target="/ppt/notesSlides/notesSlide17.xml" Id="R63204bcfc4464d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0a9fe8fd04da4" /><Relationship Type="http://schemas.openxmlformats.org/officeDocument/2006/relationships/notesSlide" Target="/ppt/notesSlides/notesSlide18.xml" Id="R5c1c46579f8748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CD47A9-78CB-44EC-898E-5344148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工程师自学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463048B-0852-4B68-99CE-B8FDE035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委派、验证与恢复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BFDAAA9-6BB1-4DAD-89DA-B8111B5D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用可重复证据建立可委派的工作边界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B2694C-8E9D-4A8E-9855-36F09F27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4C6D7C-58C0-460D-8BE7-8D5E1E9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127115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D96F2D-06BA-4C9E-9014-FEB7F6FC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619DEFB-9BC5-4222-8074-AD3AED5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952ADD-6287-41E7-B4C2-8CDABD41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F5D737-2EB1-4508-86EE-ED62200D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2D6D41-FB97-4949-A4A6-80C037AE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C8FE3A-37A2-4BEA-B5C6-51FE7792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426F70-033D-4892-90E1-46DDB654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A43B90-8D07-47C8-AEF0-2AD89D1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F3395E-5630-4B4E-99B4-D3A35599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E7A60D-E823-4948-BF1E-00C6B82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8A1FC5C-379C-4E8D-856F-CE2E88E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029531-44E6-455E-973F-8AD32E4B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5C95C2-FDCB-45B1-A25D-058B0D6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261145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29F517-CD70-4568-92AC-7010C4F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6CAE741D-FCAD-4D19-8A05-D8A201C8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8F32B2-1544-4711-993D-9A3D0F1B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A1425B-F560-458F-9E82-2EF8A62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57B6BB-5B50-4AE7-810C-6E79822C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64AA8D-C7A1-4322-8BFD-9DBE4A5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C56DB7-3714-4F92-88DC-72DA5015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17A59B-DCD3-465A-8CC3-C9AE6788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494E2B-D7CF-41A3-9C4E-7F714B6C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3307E0-F973-4B9D-AEE6-453ABCC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23A4424-D834-43C9-8C1D-BE2000B6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21FD7F-A076-4CEC-9DF1-C0EAE204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6BF90B-B2E7-4758-A0C8-0B374C49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1913541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32BAF0-A8C6-47E9-BBB8-109C9E3B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4CBC58B-C91C-43C8-A863-9CAA6BE9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7F3C08F-F545-4A05-9AE5-3E35C75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CFDE2C-43F2-4FCF-BAD7-51815598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5137B9-DD85-404D-9A53-D4E44199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09EE47-67DA-4A18-9ED4-D736CE3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34E420-CB96-40F0-9647-93C66FCF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FBAC2A-F85C-41A5-B186-1E490FF0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33B2C80-993F-4C71-9293-F11F3538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CC8699-D2A5-4956-878A-E2DFA74F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849DDD7-8CC6-46BE-A807-057181F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F8BA12-A728-4E5A-BD26-D6301B4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D57154-F49A-4CB4-A74B-0D9E80A0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498752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4B8352-E077-4EB1-A295-0BC85BF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一次委派的任务合同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6C0DA54-24EB-41A6-8409-9EB40F25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小任务也需要输入、边界与完成标准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961ADEE-07D7-400E-AF11-8B8E85E7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6A969E6-1025-431F-9FF1-45D10B9C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529DF7-B115-4CE8-AB29-B2705C7E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业务目标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F39FA5-4A47-4F17-ADDB-AB15561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R03：相邻允许，重叠拒绝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B95E8C-7957-4A4F-ADD4-2B958E9E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允许修改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C3AC4CB-BA07-4C2F-82E7-679609F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限定相关校验、必要测试与说明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DF8E10-23D5-426C-B230-CF24FC4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禁止悄改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95F0E5-556A-4581-AE65-A7F4AFAF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验收预期、持久化行为和范围边界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8BD27CE-9BF6-4948-A3E3-F56F097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完成证据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0F07A85-B382-46AD-8411-61633323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变更说明、差异、检查结果及限制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2A924FDD-0557-40AE-9AED-DA898FBE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先审计划，再看差异，最后依据验收独立判断</a:t>
            </a:r>
          </a:p>
        </p:txBody>
      </p:sp>
    </p:spTree>
    <p:extLst>
      <p:ext uri="{BB962C8B-B14F-4D97-AF65-F5344CB8AC3E}">
        <p14:creationId xmlns:p14="http://schemas.microsoft.com/office/powerpoint/2010/main" val="709297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4D3ED3-9AE6-437C-80B5-014B9067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验收例子定义正确行为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C564159-20B8-4453-8F44-1DE72B0A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会议室每天 09:00—18:00，每半小时一个边界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3F68797-CD03-43FA-81DA-003699F7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C5F2478-9BE2-45AE-A2D5-5A6BB21D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905625"/>
                <a:gridCol w="206692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输入或操作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11:00—12:00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10:30—11:30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R05 / A05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提交后刷新并重启服务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记录仍存在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R06 / A06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倒序、越界、非半小时时间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拒绝并说明原因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R08 / A08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同时提交同一日期同一时段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仅一次成功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38FE0F95-B5A0-400F-B7E8-DFBD1FB4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一次预约不跨日期，时间区间采用 [开始, 结束)</a:t>
            </a:r>
          </a:p>
        </p:txBody>
      </p:sp>
    </p:spTree>
    <p:extLst>
      <p:ext uri="{BB962C8B-B14F-4D97-AF65-F5344CB8AC3E}">
        <p14:creationId xmlns:p14="http://schemas.microsoft.com/office/powerpoint/2010/main" val="1822220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ED1E0-4989-4AD8-B396-3DBEA0C9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 与实现边界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A1A84D0-D5DE-4CEA-9E89-C2A6B47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0714F9-5BD5-4FF1-B4B1-E73904DC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2C33A1-D88E-4D97-A95A-A40CE2B0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A98DDF-81E0-49E8-AD24-91B531B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7D878C-0431-4103-96DF-D616FFF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426C5740-A1C3-42CC-A897-BAFA5516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605B6B2F-24D3-4E0D-8252-0B7E8168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F1B89AC2-4A8E-482F-97BC-5FD8F08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864E23-AC39-4533-8ABA-7C66FF91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15FE35-920C-47BA-9E41-D528B045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BBB8E4DB-3000-43DC-9668-DBB4ADEF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AD822AAE-5F16-40B6-AED3-740B86F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8F5101E0-A0E6-47C2-9F3F-BEECD1A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3C7283-BA45-4D31-BAD9-523253C6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F1B8201-2D9E-45FB-8856-F5DCE2BF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5802EACC-77CB-482F-8D9D-33750AF6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8E10AF44-AAD7-468D-B71A-31028D54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574088A5-1FEA-4438-ADF5-4C53920D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DB1AD1D-AF54-46AE-9731-031A0EC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D20ECA6-5570-4370-8606-2412BDEC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A8568F8D-3F4A-4437-86DE-20E5C93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78B88441-96BD-4F05-9812-4D1BDD3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B82859AB-FF84-495B-938C-9B1974B8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44C7D1D4-7051-4545-B5AC-08175B47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R03 贯穿业务规则、校验职责、区间数据与事务保护</a:t>
            </a:r>
          </a:p>
        </p:txBody>
      </p:sp>
    </p:spTree>
    <p:extLst>
      <p:ext uri="{BB962C8B-B14F-4D97-AF65-F5344CB8AC3E}">
        <p14:creationId xmlns:p14="http://schemas.microsoft.com/office/powerpoint/2010/main" val="1160992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6F5F70-CC05-404E-A6E1-53335F55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项目上下文与实际约束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0BF20B0-B696-4933-86A1-467D1CDA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指导文件帮助 AI 找对信息，工程机制负责检查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52738D7-5671-4AD9-8B7F-7739E656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988F27-2A4E-4C51-B629-E7E3C313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5DC498-A5CE-4809-BFA1-CF29CD30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AGENTS.md 提供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C5808B-EC39-4BBD-81B7-D22C0E9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项目入口与长期工作约定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19B814-FB94-4053-91C3-B3F4F48D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运行、测试与恢复方法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BDD813-2793-4194-BFE4-2D2BCEC3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允许修改范围和完成标准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5E71A2-8407-408D-BAEC-DC7F64B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证据记录与持续改进方式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4ABB42-86B9-4CDE-9BB5-908B5940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实际环境落实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0AF0D1-5220-4578-9B93-C9539E6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目录、网络、密钥和工具权限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0406F0-7F01-4D66-85C2-D1791B3A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测试运行与版本差异审查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177B9D-2180-408B-BB18-00356A4B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数据库约束与事务边界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1930665-D34B-4DCF-893F-24DE6714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备份、回退与接管责任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D2C46A40-8881-4219-8723-21A3FB7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客户资料、工具能力和授权边界都要有具体来源</a:t>
            </a:r>
          </a:p>
        </p:txBody>
      </p:sp>
    </p:spTree>
    <p:extLst>
      <p:ext uri="{BB962C8B-B14F-4D97-AF65-F5344CB8AC3E}">
        <p14:creationId xmlns:p14="http://schemas.microsoft.com/office/powerpoint/2010/main" val="828507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1FD928-C6EB-439F-A9EC-ED5C329F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差异审查的四个入口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366B6BD-295E-4960-B954-E97C7EB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审查成本由任务范围与证据质量共同决定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965913C-8EF9-47CA-9099-3D2AF51B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0A3D25A-6BBF-4135-BF9B-CD393FAC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F0E4FF-0AFF-4008-B627-3986FF1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业务预期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F640EE-BBEE-4AB8-B78A-ADCF01AF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测试预期变化有无需求依据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F77F0A-2683-46BC-80A2-3D0D95E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实现范围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6312C3-9EE1-46CF-9174-B7F3C53A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是否改了任务之外的行为与依赖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01EDCF3-E524-4820-A57E-AAD9207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数据影响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B9A8C1-58CA-4AD1-9BFD-D9FA0EF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失败是否留脏数据，取消是否释放时段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6A34CE0-F598-4478-9EF2-2679700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证据来源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53AC70-134E-4826-8AE4-AA7E13A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命令是否执行，环境与限制是否明确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723FC652-715E-4752-8283-717F2C5B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把审查发现转成下一次可复用的任务约束</a:t>
            </a:r>
          </a:p>
        </p:txBody>
      </p:sp>
    </p:spTree>
    <p:extLst>
      <p:ext uri="{BB962C8B-B14F-4D97-AF65-F5344CB8AC3E}">
        <p14:creationId xmlns:p14="http://schemas.microsoft.com/office/powerpoint/2010/main" val="2144688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E3AEEA-1B27-48AE-833D-0C7678A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故障一：相邻修复引入重叠回归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BA65C98-FDDF-47FA-B0CA-5F36AD12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237469C-6B73-45EB-BC07-35BF9EC5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B19740-37FC-4301-A98B-F6B7C41E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必须允许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4C0557-2980-418E-8AE2-653D24AE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286D5D-FACB-4056-999E-D7CA91D5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必须拒绝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A9137B-504A-483B-9740-43A09D8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AEF0D76E-884F-4A8E-BCFB-0B2D63B9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独立验收例子保持稳定，修复后同时回归两种行为</a:t>
            </a:r>
          </a:p>
        </p:txBody>
      </p:sp>
    </p:spTree>
    <p:extLst>
      <p:ext uri="{BB962C8B-B14F-4D97-AF65-F5344CB8AC3E}">
        <p14:creationId xmlns:p14="http://schemas.microsoft.com/office/powerpoint/2010/main" val="8754539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4EC055-CC43-44AF-B0CD-85861DD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故障二：检查空闲后仍可能双订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FB1827E-C7A6-4EE0-BE4F-982655AC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两个请求都读到空闲，并不意味着都能提交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A1CAEB7-A742-48F4-B803-BAE5BE86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D0474A-1AD2-4D77-9C2B-73716627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867275"/>
                <a:gridCol w="48672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请求甲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请求乙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基于旧判断创建预约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D5BF091B-FDEE-4C4A-B4B5-1B68552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预约与占用格在同一事务内写入，唯一约束阻止双订</a:t>
            </a:r>
          </a:p>
        </p:txBody>
      </p:sp>
    </p:spTree>
    <p:extLst>
      <p:ext uri="{BB962C8B-B14F-4D97-AF65-F5344CB8AC3E}">
        <p14:creationId xmlns:p14="http://schemas.microsoft.com/office/powerpoint/2010/main" val="144987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6ED3BB-5BAD-47EB-AF0B-561C5B4E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故障三：页面状态与持久化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A20D48A7-0106-4476-BBAD-58A5FB1B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同一种丢记录现象，需要先复现再定位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AF82FB2-9DAA-4AC3-80AA-C5B7239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6A30AF-3E29-4C1D-AC86-26F4625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D6ECF1-A8E8-47B7-A07E-D3DC3927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页面刷新后丢失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40D99FC-CB43-4395-BA4C-643884B4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检查是否仅保存在页面内存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743781-126B-4F31-A380-B19870A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服务重启后丢失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50B2E4-A0DF-44B5-97E4-0099BE16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检查是否真正提交到正确数据库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671280-4A15-4F99-A8DD-7DEB8237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某个日期查不到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591222-655D-46E0-9CEA-77548BD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检查日期、查询条件和返回内容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B9B4D0-1B48-4C37-A95F-05C72AC5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修复完成依据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FB90A0-0DF8-422D-8341-5EC98141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刷新与重启验收都通过，旧功能未回归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6B3BFAAE-FA9C-4BAE-A84F-3FBFA9F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演示只用教学数据，数据恢复步骤要可重复</a:t>
            </a:r>
          </a:p>
        </p:txBody>
      </p:sp>
    </p:spTree>
    <p:extLst>
      <p:ext uri="{BB962C8B-B14F-4D97-AF65-F5344CB8AC3E}">
        <p14:creationId xmlns:p14="http://schemas.microsoft.com/office/powerpoint/2010/main" val="14685966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9747E0-21F8-4037-9AFA-7D59D112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验证命令与证据记录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EC40641-D38A-4A92-8CA7-7795FF8C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E44977-650B-4484-B670-BD0FF7E4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3B3869-7DED-47C9-A080-72E9C070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自动检查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070FE0-742E-4B70-B24A-49A33EF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python3 -m unittest discover -s demo/tests -v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0A7EEF-68CB-4069-9C22-42E91685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教学故障对照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61140C-273A-420F-9B03-920F9018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demo/labs/failure_lab.py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F863704F-0EB3-4B9E-B7AA-405366B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记录环境、版本、命令、实际结果与未覆盖范围</a:t>
            </a:r>
          </a:p>
        </p:txBody>
      </p:sp>
    </p:spTree>
    <p:extLst>
      <p:ext uri="{BB962C8B-B14F-4D97-AF65-F5344CB8AC3E}">
        <p14:creationId xmlns:p14="http://schemas.microsoft.com/office/powerpoint/2010/main" val="2057973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139E17-B172-4BF0-999A-3610F8B9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本地运行与恢复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A00B996-6152-416D-B131-AAD384FB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A722183-06DC-49E5-B6EB-2BC28BF6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6E6E06-BA71-4931-B11A-2F65B23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启动本地示例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4DD2E5-8082-405F-8EA8-59E9D3F1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739186-8814-40F6-A3DA-0B30261E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浏览器地址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B4314FC-D05D-4F1A-9895-DA559581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3E2627C5-8FF5-4EDA-AC0C-D607A8F1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恢复同时考虑程序版本与教学数据库，恢复后重跑验收</a:t>
            </a:r>
          </a:p>
        </p:txBody>
      </p:sp>
    </p:spTree>
    <p:extLst>
      <p:ext uri="{BB962C8B-B14F-4D97-AF65-F5344CB8AC3E}">
        <p14:creationId xmlns:p14="http://schemas.microsoft.com/office/powerpoint/2010/main" val="571841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CC66B-2A90-454E-A3EC-35807B0F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审批变更与阶段报告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6EF1F13-BAFC-43FA-A604-CE641AC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工程评估必须能支持客户承诺调整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14180D5-AFCA-4667-98E9-6CBA5D0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6DF506F-3304-4766-852E-71A58249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9983BD-A244-4512-AD71-81C447F0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影响分析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7A1368-11C5-45DC-8020-2A655D4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审批人、驳回与占用规则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3F6C43-A2C8-46A0-9729-0683FE4B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状态与权限、数据及接口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9450F6-224E-4074-9D35-0A382FB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返工、回归、迁移与材料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2A3A5B-1584-4AAE-9716-A3880F8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关键路径、并行工作与外部等待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C38522-7CAF-4743-AFDA-D25F18DF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阶段报告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A5F278-5E49-45AB-BF86-B21FF344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原承诺与当前批准承诺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B92F0B-5838-4065-9D73-E9CCF8E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已验证成果及证据链接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F1F887-C7BE-424F-BC65-761BB4D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剩余工作与最新预测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6143FB7-01A7-4973-802E-5850320A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待决策方案、负责人及前提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23B174AF-E556-4A0F-9333-9B15CAE5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待确认范围保持待决，批准后更新需求与计划基线</a:t>
            </a:r>
          </a:p>
        </p:txBody>
      </p:sp>
    </p:spTree>
    <p:extLst>
      <p:ext uri="{BB962C8B-B14F-4D97-AF65-F5344CB8AC3E}">
        <p14:creationId xmlns:p14="http://schemas.microsoft.com/office/powerpoint/2010/main" val="20018182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48CC80-678B-4C8C-A482-57C7E30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部署与 DfX 的最低说明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CC51027-CB6C-46DF-AC2A-FB5DD72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以场景确定质量目标和验证证据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69E29D6-C563-4BD9-B1CA-D794E44C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97F3818-B509-4821-8CD2-F98CC73B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关注点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本例与真实项目的衔接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环境与准入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本地示例，真实项目确认环境、组件和数据连接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一致性与可靠性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同一时段只成功一次，验证失败与恢复路径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安全与权限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本例无登录，新增审批需要身份及权限设计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运维与性能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指定责任人、指标、验证环境和遗留限制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40A77BAC-4C26-4ADE-A3A5-A5B79C29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记录目标、约束、验证方法与交付责任</a:t>
            </a:r>
          </a:p>
        </p:txBody>
      </p:sp>
    </p:spTree>
    <p:extLst>
      <p:ext uri="{BB962C8B-B14F-4D97-AF65-F5344CB8AC3E}">
        <p14:creationId xmlns:p14="http://schemas.microsoft.com/office/powerpoint/2010/main" val="13801444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3F50AA-ED85-4AFD-B840-620FE704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工具接续与团队能力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B7C7D67-DB0E-44C2-8605-6267134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关键判断需要能够被另一个人接手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FE19209-4A89-4BC9-B45A-0383B14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205C306-4372-4952-9B81-BD4966D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364116-E9C5-4180-AFB6-62BA1202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工具接续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61A6A6-C3BA-4B08-9C8F-E00D596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保存任务、版本、差异和测试证据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5C4F73-C553-4BE8-BFA5-FBEED6EC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记录工具与模型版本、成本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7EA411-D034-44AD-AC86-081BD4E1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工具不可用时依据材料继续任务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A37242-83C5-47B4-8F90-E94CA3C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替代工具仍需满足数据和权限要求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6FCE584-EE26-4E8C-ABEF-B49682CE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团队能力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A299A4-CE4C-4B37-938D-CC5707E4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把审查理由写成可复用例子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01CEF1-C080-4B24-9980-A6350FAA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帮助新手提供可复现问题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63644F-A7D4-44A7-AA5B-C0799233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用新故障检验诊断与恢复能力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4EB1DE1-D069-41DF-ABE1-AD0A7D2B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复盘审查耗时与返工原因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B67530B7-5E75-4DE5-99FA-39443FE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形成能独立验收与恢复的人才梯队</a:t>
            </a:r>
          </a:p>
        </p:txBody>
      </p:sp>
    </p:spTree>
    <p:extLst>
      <p:ext uri="{BB962C8B-B14F-4D97-AF65-F5344CB8AC3E}">
        <p14:creationId xmlns:p14="http://schemas.microsoft.com/office/powerpoint/2010/main" val="922905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BAF869-6AB6-46E4-833B-A97E79FA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工程师自测与持续改进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F4BEDFE-CBEC-4D9D-A502-CA1BFAA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独立处理一个新变更或故障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E573E65-C12B-448E-AAEA-0CEC13DB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6B1B4C-16EB-4C94-8DB3-960B3803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F21DF9-F997-4139-ADC2-C9425060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提交的证据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83729F-424C-44E6-A804-5338738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独立写出的验收与修改边界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8A6BA6-79C8-4153-9B68-82E67320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最短复现及根因说明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15D1B3-49CA-4789-97B1-6C104F5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代码差异与回归结果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213300-2EBF-4041-B7E5-38AD8822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接受、退回或恢复的依据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F584B7-B7A4-4B75-9D90-7229D957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复盘与改进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33C8CF-A7F6-479E-9C2D-533E9CD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哪里需要补上下文或检查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1B22AD-B641-4B39-85BB-D1B08231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审查与返工花了多少时间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BD5B3BF-B867-4C4F-A459-0913C23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哪些规则适合进入 AGENTS.md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0DF942E-36E2-42FC-A959-12C7738D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关联代码、图与课件是否同步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2DF08CD2-745C-4A0F-B625-0EA8474E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能解释为什么可信，才形成可复用的委派能力</a:t>
            </a:r>
          </a:p>
        </p:txBody>
      </p:sp>
    </p:spTree>
    <p:extLst>
      <p:ext uri="{BB962C8B-B14F-4D97-AF65-F5344CB8AC3E}">
        <p14:creationId xmlns:p14="http://schemas.microsoft.com/office/powerpoint/2010/main" val="105744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2026-10-04T05:41:04.6430000Z</dcterms:created>
  <dcterms:modified xsi:type="dcterms:W3CDTF">2026-10-04T05:41:04.6430000Z</dcterms:modified>
</coreProperties>
</file>