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ed11d173094cbf" /><Relationship Type="http://schemas.openxmlformats.org/officeDocument/2006/relationships/extended-properties" Target="/docProps/app.xml" Id="R1dd93a03c3084c86" /><Relationship Type="http://schemas.openxmlformats.org/officeDocument/2006/relationships/officeDocument" Target="/ppt/presentation.xml" Id="R6cdd2d70fd7d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574bddfeb4f9c"/>
  </p:sldMasterIdLst>
  <p:notesMasterIdLst>
    <p:notesMasterId xmlns:r="http://schemas.openxmlformats.org/officeDocument/2006/relationships" r:id="R78e99238a1c245e3"/>
  </p:notesMasterIdLst>
  <p:sldIdLst>
    <p:sldId xmlns:r="http://schemas.openxmlformats.org/officeDocument/2006/relationships" id="256" r:id="Rc35245a28b2140f9"/>
    <p:sldId xmlns:r="http://schemas.openxmlformats.org/officeDocument/2006/relationships" id="257" r:id="R258d16c5a41f4c1c"/>
    <p:sldId xmlns:r="http://schemas.openxmlformats.org/officeDocument/2006/relationships" id="258" r:id="R62d798d3563a466e"/>
    <p:sldId xmlns:r="http://schemas.openxmlformats.org/officeDocument/2006/relationships" id="259" r:id="Rc510b0518f69460b"/>
    <p:sldId xmlns:r="http://schemas.openxmlformats.org/officeDocument/2006/relationships" id="260" r:id="R3d6199d74caf4c8d"/>
    <p:sldId xmlns:r="http://schemas.openxmlformats.org/officeDocument/2006/relationships" id="261" r:id="Rbc4b9232bebe4536"/>
    <p:sldId xmlns:r="http://schemas.openxmlformats.org/officeDocument/2006/relationships" id="262" r:id="R88248c00dbf44fef"/>
    <p:sldId xmlns:r="http://schemas.openxmlformats.org/officeDocument/2006/relationships" id="263" r:id="Re568f15a65e44240"/>
    <p:sldId xmlns:r="http://schemas.openxmlformats.org/officeDocument/2006/relationships" id="264" r:id="R74aa40807ebe480c"/>
    <p:sldId xmlns:r="http://schemas.openxmlformats.org/officeDocument/2006/relationships" id="265" r:id="R1e735b729e894b4b"/>
    <p:sldId xmlns:r="http://schemas.openxmlformats.org/officeDocument/2006/relationships" id="266" r:id="Rc07085b60f6d484c"/>
    <p:sldId xmlns:r="http://schemas.openxmlformats.org/officeDocument/2006/relationships" id="267" r:id="R5fb1da11513b4881"/>
    <p:sldId xmlns:r="http://schemas.openxmlformats.org/officeDocument/2006/relationships" id="268" r:id="R9ea40ba490904c1e"/>
    <p:sldId xmlns:r="http://schemas.openxmlformats.org/officeDocument/2006/relationships" id="269" r:id="Rb071367475564a52"/>
    <p:sldId xmlns:r="http://schemas.openxmlformats.org/officeDocument/2006/relationships" id="270" r:id="R02cc70d7da81463f"/>
    <p:sldId xmlns:r="http://schemas.openxmlformats.org/officeDocument/2006/relationships" id="271" r:id="R5b35b435c3fd48e6"/>
    <p:sldId xmlns:r="http://schemas.openxmlformats.org/officeDocument/2006/relationships" id="272" r:id="R03923e9999f7452b"/>
    <p:sldId xmlns:r="http://schemas.openxmlformats.org/officeDocument/2006/relationships" id="273" r:id="R48a8e84538a044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533734c9d64154" /><Relationship Type="http://schemas.openxmlformats.org/officeDocument/2006/relationships/slideMaster" Target="/ppt/slideMasters/slideMaster1.xml" Id="R8da574bddfeb4f9c" /><Relationship Type="http://schemas.openxmlformats.org/officeDocument/2006/relationships/notesMaster" Target="/ppt/notesMasters/notesMaster1.xml" Id="R78e99238a1c245e3" /><Relationship Type="http://schemas.openxmlformats.org/officeDocument/2006/relationships/presProps" Target="/ppt/presProps.xml" Id="R8fbe7b5f4b074eea" /><Relationship Type="http://schemas.openxmlformats.org/officeDocument/2006/relationships/tableStyles" Target="/ppt/tableStyles.xml" Id="R0afa1845e3f44f44" /><Relationship Type="http://schemas.openxmlformats.org/officeDocument/2006/relationships/slide" Target="/ppt/slides/slide1.xml" Id="Rc35245a28b2140f9" /><Relationship Type="http://schemas.openxmlformats.org/officeDocument/2006/relationships/slide" Target="/ppt/slides/slide2.xml" Id="R258d16c5a41f4c1c" /><Relationship Type="http://schemas.openxmlformats.org/officeDocument/2006/relationships/slide" Target="/ppt/slides/slide3.xml" Id="R62d798d3563a466e" /><Relationship Type="http://schemas.openxmlformats.org/officeDocument/2006/relationships/slide" Target="/ppt/slides/slide4.xml" Id="Rc510b0518f69460b" /><Relationship Type="http://schemas.openxmlformats.org/officeDocument/2006/relationships/slide" Target="/ppt/slides/slide5.xml" Id="R3d6199d74caf4c8d" /><Relationship Type="http://schemas.openxmlformats.org/officeDocument/2006/relationships/slide" Target="/ppt/slides/slide6.xml" Id="Rbc4b9232bebe4536" /><Relationship Type="http://schemas.openxmlformats.org/officeDocument/2006/relationships/slide" Target="/ppt/slides/slide7.xml" Id="R88248c00dbf44fef" /><Relationship Type="http://schemas.openxmlformats.org/officeDocument/2006/relationships/slide" Target="/ppt/slides/slide8.xml" Id="Re568f15a65e44240" /><Relationship Type="http://schemas.openxmlformats.org/officeDocument/2006/relationships/slide" Target="/ppt/slides/slide9.xml" Id="R74aa40807ebe480c" /><Relationship Type="http://schemas.openxmlformats.org/officeDocument/2006/relationships/slide" Target="/ppt/slides/slide10.xml" Id="R1e735b729e894b4b" /><Relationship Type="http://schemas.openxmlformats.org/officeDocument/2006/relationships/slide" Target="/ppt/slides/slide11.xml" Id="Rc07085b60f6d484c" /><Relationship Type="http://schemas.openxmlformats.org/officeDocument/2006/relationships/slide" Target="/ppt/slides/slide12.xml" Id="R5fb1da11513b4881" /><Relationship Type="http://schemas.openxmlformats.org/officeDocument/2006/relationships/slide" Target="/ppt/slides/slide13.xml" Id="R9ea40ba490904c1e" /><Relationship Type="http://schemas.openxmlformats.org/officeDocument/2006/relationships/slide" Target="/ppt/slides/slide14.xml" Id="Rb071367475564a52" /><Relationship Type="http://schemas.openxmlformats.org/officeDocument/2006/relationships/slide" Target="/ppt/slides/slide15.xml" Id="R02cc70d7da81463f" /><Relationship Type="http://schemas.openxmlformats.org/officeDocument/2006/relationships/slide" Target="/ppt/slides/slide16.xml" Id="R5b35b435c3fd48e6" /><Relationship Type="http://schemas.openxmlformats.org/officeDocument/2006/relationships/slide" Target="/ppt/slides/slide17.xml" Id="R03923e9999f7452b" /><Relationship Type="http://schemas.openxmlformats.org/officeDocument/2006/relationships/slide" Target="/ppt/slides/slide18.xml" Id="R48a8e84538a0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94656657064d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54a5796ecc4ac9" /><Relationship Type="http://schemas.openxmlformats.org/officeDocument/2006/relationships/notesMaster" Target="/ppt/notesMasters/notesMaster1.xml" Id="R94401826338943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3c3e19a55e429a" /><Relationship Type="http://schemas.openxmlformats.org/officeDocument/2006/relationships/notesMaster" Target="/ppt/notesMasters/notesMaster1.xml" Id="R54208a5281af48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0301c7c083406e" /><Relationship Type="http://schemas.openxmlformats.org/officeDocument/2006/relationships/notesMaster" Target="/ppt/notesMasters/notesMaster1.xml" Id="Ra303367973ae4b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a864b0d544eef" /><Relationship Type="http://schemas.openxmlformats.org/officeDocument/2006/relationships/notesMaster" Target="/ppt/notesMasters/notesMaster1.xml" Id="R46b32c885ffe4a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397f09f7ec4680" /><Relationship Type="http://schemas.openxmlformats.org/officeDocument/2006/relationships/notesMaster" Target="/ppt/notesMasters/notesMaster1.xml" Id="R9028adc5a88a4d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b3b45e51b24f49" /><Relationship Type="http://schemas.openxmlformats.org/officeDocument/2006/relationships/notesMaster" Target="/ppt/notesMasters/notesMaster1.xml" Id="Re3d65cf0c6a647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9b442981744e7d" /><Relationship Type="http://schemas.openxmlformats.org/officeDocument/2006/relationships/notesMaster" Target="/ppt/notesMasters/notesMaster1.xml" Id="R560fec955771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5e907fb2114ef2" /><Relationship Type="http://schemas.openxmlformats.org/officeDocument/2006/relationships/notesMaster" Target="/ppt/notesMasters/notesMaster1.xml" Id="R4dd3144b46114e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5e4a1812f34fb3" /><Relationship Type="http://schemas.openxmlformats.org/officeDocument/2006/relationships/notesMaster" Target="/ppt/notesMasters/notesMaster1.xml" Id="Raa70e1eda67c48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ac5a7776114bb1" /><Relationship Type="http://schemas.openxmlformats.org/officeDocument/2006/relationships/notesMaster" Target="/ppt/notesMasters/notesMaster1.xml" Id="R6640e90d84d041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2db86b6cad44af" /><Relationship Type="http://schemas.openxmlformats.org/officeDocument/2006/relationships/notesMaster" Target="/ppt/notesMasters/notesMaster1.xml" Id="R6283e416c8e04b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814afb1c0f4272" /><Relationship Type="http://schemas.openxmlformats.org/officeDocument/2006/relationships/notesMaster" Target="/ppt/notesMasters/notesMaster1.xml" Id="Rf07e7723d30145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dfc98528f7433c" /><Relationship Type="http://schemas.openxmlformats.org/officeDocument/2006/relationships/notesMaster" Target="/ppt/notesMasters/notesMaster1.xml" Id="R5763f41a8f624c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77137db902416d" /><Relationship Type="http://schemas.openxmlformats.org/officeDocument/2006/relationships/notesMaster" Target="/ppt/notesMasters/notesMaster1.xml" Id="Racf8c37c551b4c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2ab707a1174a2b" /><Relationship Type="http://schemas.openxmlformats.org/officeDocument/2006/relationships/notesMaster" Target="/ppt/notesMasters/notesMaster1.xml" Id="R3fed2c49a54946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fd5b3021554c00" /><Relationship Type="http://schemas.openxmlformats.org/officeDocument/2006/relationships/notesMaster" Target="/ppt/notesMasters/notesMaster1.xml" Id="Ra1822a63adb64e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6fbe88dfe84ecc" /><Relationship Type="http://schemas.openxmlformats.org/officeDocument/2006/relationships/notesMaster" Target="/ppt/notesMasters/notesMaster1.xml" Id="Rcd4b990bd5454b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b8a814e7204a5d" /><Relationship Type="http://schemas.openxmlformats.org/officeDocument/2006/relationships/notesMaster" Target="/ppt/notesMasters/notesMaster1.xml" Id="R4438718fcfb9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委派、验证与恢复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整课建议 150 分钟，包含环境准备、共同开篇、讲解操作、练习及反馈，具体以 training/README.md 的安排为准，实际节奏待试讲校准。目标是把工程判断转成可执行约束、独立验收与可审查差异，并能处理一次失败。本课程使用一个小型本地会议室预约项目，无外部框架依赖，标准 Python 分发仍需包含 sqlite3 模块。强调 AI 回复、自动测试和人工审查各自提供的证据与局限。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周一约定周五试用查看、预约、取消，周三页面可操作，周四客户提出新增主管审批。主管据页面生成速度判断可以同日完成，到了周五才发现审批人、驳回后处理、待审批数据可见范围没有定清。可见后果是试用暂缓，并重新召开范围确认会。这里的困难是缺少支持承诺的证据。请问听众：回答周五一起给之前，你最需要补看什么？接收一两个回答后，引出交付状态卡。必须区分原功能缺陷与新增审批，不能用新增范围证明原范围不合格，也不能凭这个故事推断真实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分钟。案例为虚构、预设的错误修改。工程师请 AI 修复相邻预约误判，AI 回复全部测试通过。工程师补试一个明显重叠的预约，发现也能成功。差异显示，原来应拒绝的测试预期被改成允许。工程师停下合并，没有把故障交给真实用户。提问：测试全绿时，你怎样判断测试仍在检查正确的规则？引出两个独立验收例子、代码差异和测试预期审查。不要得出 AI 每次都会改坏测试的结论。测试可以随已确认需求改变，但预期变化需要业务依据。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新手输入做一个好用的会议室预约系统，页面出现、按钮能点、列表能显示预约。展示时同事刷新页面，记录消失。新手不知道该重新做，还是继续说帮我修好。本故事预设记录只存在页面内存，真实故障不能仅凭同一现象断定同一原因。让听众补三条可检查要求：刷新保留、重叠拒绝、取消释放。再说明后续会逐步认识输入、规则、数据、结果，并学习提供操作步骤、预期、实际与环境信息来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页：一次委派的任务合同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分钟。让工程师把口头修一下改写成任务合同。任务应引用需求与验收编号、相关文件、环境和修改边界，并要求 AI 先解释方案和验证计划。禁止悄改不是永远不能改测试，而是预期变化必须有需求依据并纳入审查。把复杂工作拆成可审查的小步，保留一次变更与一组证据的联系。AGENTS.md 存放长期约定，具体任务状态和讨论放在任务记录。这个委派方法是本项目建议流程，不宣称普适标准。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页：验收例子定义正确行为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先从业务独立写例子，再查看实现。半开区间意味着结束时刻不被前一预约占用，因此紧邻可预约。日期也是冲突判断的一部分，不能把不同日期的同一时刻判为冲突。除正常例子，还覆盖边界、错误输入、刷新重启和并发。真实业务改变时，应先更新经确认的验收，再调整测试。自动测试必须检查真实效果和拒绝结果，不能仅验证函数调用或复制实现中的同一错误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页：4A 与实现边界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分钟。用可编辑四层图说明小系统的四类视图。BA 是查看、预约、取消流程及规则。AA 将页面、HTTP 接口、业务校验和数据库访问划开职责。DA 是预约记录及标识、日期、区间、预约人和生命周期。TA 是本机浏览器、Python 标准库服务和 SQLite 文件。四类视图是不同关注点，不要求建成四套独立系统。请学员指出审批变更影响哪里：业务状态、身份权限、数据迁移、接口、校验和验证都可能变化。 本例数据模型由一条预约对应多个半小时占用格，同一日期与格起点只能占用一次。取消预约同时释放相应占用格。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页：项目上下文与实际约束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分钟。强调文档与机制的关系。AGENTS.md 能让代理了解约定，但不能替代沙箱、权限和独立检查。使用仓库现有命令，不凭记忆猜测环境，按实际授权访问客户数据与工具。工程师需要阅读上下文并确认工作范围，把暂态任务记录留在相应文档，不把 AGENTS.md 堆成无限增长的流水账。接管时应从需求、计划、差异和证据恢复上下文。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  <a:p xmlns:a="http://schemas.openxmlformats.org/drawingml/2006/main">
            <a:r>
              <a:t>sandbox: https://learn.chatgpt.com/docs/sandboxing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页：差异审查的四个入口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学员查看一次真实生成差异，先圈出任务外改动，再核对业务预期。测试源码同样需要审查，尤其是删除断言、放宽预期或同时修改实现与预期的情况。并非所有测试修改都可疑，关键是需求与证据能否解释。查看新增依赖和数据操作的必要性，定位风险高的地方。AI 的自我总结可用于导航，不能代替差异和实际输出。必要时退回一部分修改，仍继续可独立验证的部分。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页：故障一：相邻修复引入重叠回归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6 分钟，含演示。先问听众左右两组应该如何处理，再运行教学故障实验。命令：python3 demo/labs/failure_lab.py。此命令运行明确标记的故障与修复对照，不能声称它代表某次真实模型输出。请学员观察错误逻辑如何让错误预期也通过，再用独立业务例子暴露问题。修复完成后必须同时检查相邻允许与重叠拒绝。若本轮未实际运行，就按讲师实验记录如实标注，不复述预期输出为真实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页：故障二：检查空闲后仍可能双订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6 分钟。本表展示缺少保护的教学故障时序，不是当前正式实现行为。先检查后写入会产生竞态，即使两个请求分别检查过也可能双订。本例将每个预约拆成多个半小时占用格，slots 的日期与格起点组成主键，因此同一天同一个格只能占用一次。BEGIN IMMEDIATE 事务内写入预约记录及全部占用格，一格冲突则整体回滚，取消通过外键级联释放格。并发验收检查成功和冲突响应，以及最终数据状态。SQLite 同一时刻只允许一个写事务，也需要处理等待或超时。不要把一次单人演示当作并发正确的证明。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transaction: https://sqlite.org/lang_transaction.html</a:t>
            </a:r>
          </a:p>
          <a:p xmlns:a="http://schemas.openxmlformats.org/drawingml/2006/main">
            <a:r>
              <a:t>constraints: https://sqlite.org/lang_createtable.html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页：故障三：页面状态与持久化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开篇故障预设数据只保存在页面内存，真实项目同样症状可能来自未提交事务、使用临时数据库、路径错误或查询条件错误。请学员先写最短复现步骤，记录预期、实际和版本，再逐层定位页面、接口与存储。使用 R05/A05 检查刷新与服务重启后的同一日期记录，并用 R04/A04 检查取消释放。说明 SQLite 文件式存储不需要独立数据库服务进程，但 Python 分发需要包含 sqlite3 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页：验证命令与证据记录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分钟。讲师在仓库根目录运行命令，并让学员观察真实输出，不预填通过数量。unittest discover 根据目录发现测试，-v 显示具体测试名。测试通过说明该版本在该环境满足已执行检查，并不证明所有需求、生产可靠性或客户接受。把 A01 至 A08 与自动测试、人工操作及并发结果对应。保留失败输出后修复，比较新旧证据。演示前如环境不满足，应处理真实报错并记录，不伪造成功。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unittest: https://docs.python.org/3/library/unittest.html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页：本地演示与恢复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启动后先完成查看、预约、冲突拒绝、取消和刷新验收。故障恢复先明确影响范围，停止相关操作，保存诊断证据，再按演示手册处理教学数据和程序版本。不能仅回退程序却忽略数据是否兼容，也不要在未确认路径时删除数据库。当前为本地教学，使用合成预约人和主题。真实发布需另行确认备份、恢复、运维与验收责任。讲师应依照项目恢复说明执行实际步骤，并保留恢复后关键验收结果。 课堂恢复演练命令为 python3 demo/backup.py exercise，仅在临时目录操作。手动备份示例：python3 demo/backup.py backup --source demo/data/bookings.sqlite3 --output demo/backups/before-change.sqlite3。恢复示例：python3 demo/backup.py restore --source demo/backups/before-change.sqlite3 --output demo/data/restored.sqlite3。恢复到新文件，已有目标拒绝覆盖，再按恢复文档核对数据并切换。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页：审批变更与阶段报告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审批在本例中是新增需求演练，不是已实现功能。工程师需要把技术影响解释成业务可理解的交付影响。先澄清规则，再给工作量区间和依赖，新增人日与延期天数分别说明。比较原范围先交、完整范围延期或分期等选择。对外承诺由有权限的人确认，AI 可起草评估和沟通文本。报告同时显示当前预测与已批准日期，保持未受影响工作的推进。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页：部署与 DfX 的最低说明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分钟。真实部署需要对齐位置、基础设施约束、数据库中间件准入、环境提供方及就绪日期。DfX 选择适用属性，写明场景、阈值、负责人、措施、验证和证据。不要把一次本机演示速度当作性能承诺，也不要因为监听本机就声称拥有完整安全性。本例使用 Python 标准库 HTTP，官方文档不推荐其作为生产服务。说明边界是为了确定下一阶段的真实工作。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页：工具接续与导师培养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让一位工程师把当前任务交给另一位同事，观察缺少哪些上下文。保存聊天记录可以辅助，但可运行代码、明确需求、测试与恢复文档更直接地支持接续。导师应解释为何拒绝一项修改，让新手学会描述证据，避免代做全部任务。工具、版本或模型变化后，通过代表性验收任务重新比较质量与总成本，而不是只看生成速度。没有真实样本时不宣称效率提升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页：工程师考核与持续改进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分钟布置练习，另留 45 分钟完成。导师从配套练习选择未讲过的边界变更或故障，学员先形成验收再委派 AI。评分看复现、业务依据、差异控制、独立验证、限制和恢复，不看代码数量。测试通过但无法解释预期来源时需要补证据。改进记录区分材料修订已完成与真实效果待验证。把可普遍复用的经验写入长期规则，具体故障留在知识库，并在下一次新任务中检验改进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c9211706a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3fa50a03114b0a" /><Relationship Type="http://schemas.openxmlformats.org/officeDocument/2006/relationships/slideLayout" Target="/ppt/slideLayouts/slideLayout1.xml" Id="R2ed8c94dd836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d8c94dd836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a269b57724499" /><Relationship Type="http://schemas.openxmlformats.org/officeDocument/2006/relationships/notesSlide" Target="/ppt/notesSlides/notesSlide1.xml" Id="R5b6485055ebe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b5c51f4a1469a" /><Relationship Type="http://schemas.openxmlformats.org/officeDocument/2006/relationships/notesSlide" Target="/ppt/notesSlides/notesSlide2.xml" Id="R99bf6c1a209947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05bb681614ce3" /><Relationship Type="http://schemas.openxmlformats.org/officeDocument/2006/relationships/notesSlide" Target="/ppt/notesSlides/notesSlide3.xml" Id="R0d2cc47b192448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68e27352047e1" /><Relationship Type="http://schemas.openxmlformats.org/officeDocument/2006/relationships/notesSlide" Target="/ppt/notesSlides/notesSlide4.xml" Id="R55eb406a9e9c43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b6f83fb58418e" /><Relationship Type="http://schemas.openxmlformats.org/officeDocument/2006/relationships/notesSlide" Target="/ppt/notesSlides/notesSlide5.xml" Id="R0a73f04ec3ed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3e31ef25942ec" /><Relationship Type="http://schemas.openxmlformats.org/officeDocument/2006/relationships/notesSlide" Target="/ppt/notesSlides/notesSlide6.xml" Id="Ra5184a0c31204c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79ccbae484983" /><Relationship Type="http://schemas.openxmlformats.org/officeDocument/2006/relationships/notesSlide" Target="/ppt/notesSlides/notesSlide7.xml" Id="R19e15a41413249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e1da5b56d4b34" /><Relationship Type="http://schemas.openxmlformats.org/officeDocument/2006/relationships/notesSlide" Target="/ppt/notesSlides/notesSlide8.xml" Id="Rd124f43d268941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0ea3a67894ad9" /><Relationship Type="http://schemas.openxmlformats.org/officeDocument/2006/relationships/notesSlide" Target="/ppt/notesSlides/notesSlide9.xml" Id="R8d76100814f042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cd9a991354515" /><Relationship Type="http://schemas.openxmlformats.org/officeDocument/2006/relationships/notesSlide" Target="/ppt/notesSlides/notesSlide10.xml" Id="R0f7b18e9f2c745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dbccb62c04d9c" /><Relationship Type="http://schemas.openxmlformats.org/officeDocument/2006/relationships/notesSlide" Target="/ppt/notesSlides/notesSlide11.xml" Id="Ra0f17d1158524e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c82c3e8784252" /><Relationship Type="http://schemas.openxmlformats.org/officeDocument/2006/relationships/notesSlide" Target="/ppt/notesSlides/notesSlide12.xml" Id="R8eb1ee9c66ce46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9b8ecf4184eb3" /><Relationship Type="http://schemas.openxmlformats.org/officeDocument/2006/relationships/notesSlide" Target="/ppt/notesSlides/notesSlide13.xml" Id="R571aeea42c7542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0af9573994f8a" /><Relationship Type="http://schemas.openxmlformats.org/officeDocument/2006/relationships/notesSlide" Target="/ppt/notesSlides/notesSlide14.xml" Id="R2ed244d94c8644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b3c339bba4530" /><Relationship Type="http://schemas.openxmlformats.org/officeDocument/2006/relationships/notesSlide" Target="/ppt/notesSlides/notesSlide15.xml" Id="R4ca96a893c2b42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f69b69b6a461b" /><Relationship Type="http://schemas.openxmlformats.org/officeDocument/2006/relationships/notesSlide" Target="/ppt/notesSlides/notesSlide16.xml" Id="Rc65d953715f84f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7791d035e43cf" /><Relationship Type="http://schemas.openxmlformats.org/officeDocument/2006/relationships/notesSlide" Target="/ppt/notesSlides/notesSlide17.xml" Id="R2ab3ca44e0404d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01fab65f14235" /><Relationship Type="http://schemas.openxmlformats.org/officeDocument/2006/relationships/notesSlide" Target="/ppt/notesSlides/notesSlide18.xml" Id="Rab5a2ae9eba44e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CB57E9-DCC0-4397-ADB9-10C1BBB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工程师课程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5C47872-9404-4C21-A438-26AB8C8F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委派、验证与恢复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EF67B2B-542D-482E-9BB0-F3389A7E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用可重复证据建立可委派的工作边界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1B6432-B1E8-4C37-B152-3E82B6D4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CF7BFD-B92E-4D4E-9016-F321CDD6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817168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38340B-1910-410B-AAC9-3E246EC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0F4B865-A5D3-45CF-9839-0F50429B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DAA356C-BB18-44E5-8E07-BFB7E5A1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6989F4-BF78-43ED-99F8-F58F308F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8F29F1-1E50-4D5D-8648-7C311830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3F3C88-16FD-48D4-8EF8-ED816D9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39C9AF-ACCC-4BFC-AE8F-65F6BCA2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8A9914-1F5A-4A45-99E7-A87C290D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AEF56D-523F-42D0-905E-03551085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242654-B35B-4011-9FC9-678996D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5FC260-42F9-4354-A1CA-304F709B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338005-0CEF-403F-81CE-37E8716F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6AF8CF-CB64-4E3B-BFCD-4782E6D8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637850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521301-CE53-4F2A-8D5F-81AA702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40749257-D907-4A57-8460-C70942BE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8993D2F-962B-4717-A495-7CD18AF9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9C88991-4FA9-432D-A004-4A71DAB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5272E6-A9B5-4E69-A76F-0658EF32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01877CC-E223-4800-9DF6-DB385358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F64803-8AB2-4568-8DC5-E80BEAA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CF5764-2880-4CC4-B85E-92C4FBF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81BA5E-F612-41EA-BC75-31EC03A6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5F95133-F7E6-41C8-874C-BCF33CF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BC9C48-ACFD-4F1D-A8A9-B3022CC4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3B6878F-E7A7-4947-9DF7-CD0B1A50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8B31CC9-F9F1-44FF-870A-A20970E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320075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6E90DF-90AF-419B-989B-D6470433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1B2FE71-240A-4100-A716-A30629AF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1960D1-C8F0-40CA-AD39-B926C8E7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CC9580-8335-48DE-B055-58386940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C59AD6-65D9-42ED-AAAD-182DB1F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B508B3-D782-4729-8BC1-3095842B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7887A9-F9C7-4486-B99A-FBAE9B3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ED4236-9C2C-4F56-9B24-9189B5A6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B216E9-9902-4DA3-8C27-50EC8D7F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BC776E-2A06-43D3-9135-3F684698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C4D9DB-A9BD-4D22-82AF-B5414F06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06E7B0-E08B-4F47-BFB2-EF4CF404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96D79EC-35EC-40D9-A4D2-DF99C00F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329787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CA8D2A-FE22-458F-AE16-3B33765F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一次委派的任务合同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DD84AA5-D620-4F69-9713-3CFFCFD6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小任务也需要输入、边界与完成标准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4D1DC83-C3CE-4DDD-9937-CB2B81E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75D9AF1-B903-4331-8088-B3D167C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C42C78-BFD5-455A-8315-5A424636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业务目标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2550B8-A2F9-495B-AC68-BB006914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R03：相邻允许，重叠拒绝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E22AC0-A9D3-41ED-A08A-9226C540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允许修改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BDF55E-2486-48FE-AAAA-684C05B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限定相关校验、必要测试与说明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40C1FF-0DDE-4C57-AB30-2534FEDE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禁止悄改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EED4F9-1F6F-4A9C-A6E6-4045E92F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验收预期、持久化行为和范围边界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0D86F16-4F3F-4463-BF0F-047B80E3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完成证据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AB301D-C332-4727-B40E-8BF1CB52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变更说明、差异、检查结果及限制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C8D1BE74-8D3C-4D2B-8FE9-B5F9FA84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先审计划，再看差异，最后依据验收独立判断</a:t>
            </a:r>
          </a:p>
        </p:txBody>
      </p:sp>
    </p:spTree>
    <p:extLst>
      <p:ext uri="{BB962C8B-B14F-4D97-AF65-F5344CB8AC3E}">
        <p14:creationId xmlns:p14="http://schemas.microsoft.com/office/powerpoint/2010/main" val="564090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314790-DA8E-4429-BC7C-1D713DFE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验收例子定义正确行为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8FB6609-1939-4030-876F-EA9466E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会议室每天 09:00—18:00，每半小时一个边界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F600DF1-4B00-415E-BBE5-BA767A3C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D67B1CC-BB59-41A1-B996-2CF7DB4A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905625"/>
                <a:gridCol w="206692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输入或操作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11:00—12:00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10:00—11:00，再约 10:30—11:30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R05 / A05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提交后刷新并重启服务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记录仍存在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R06 / A06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倒序、越界、非半小时时间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拒绝并说明原因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R08 / A08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同时提交同一日期同一时段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仅一次成功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6FC42E7E-0B4F-4756-BB29-E0A838D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一次预约不跨日期，时间区间采用 [开始, 结束)</a:t>
            </a:r>
          </a:p>
        </p:txBody>
      </p:sp>
    </p:spTree>
    <p:extLst>
      <p:ext uri="{BB962C8B-B14F-4D97-AF65-F5344CB8AC3E}">
        <p14:creationId xmlns:p14="http://schemas.microsoft.com/office/powerpoint/2010/main" val="241580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8CED6E-4EFB-48BC-B2A0-3FBD7C1D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 与实现边界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E56C5E3-B09B-4ABF-87A5-F3805BA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402975D-D844-4DBC-B1E4-3C91E284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5340BA-3A1B-4F54-B8A8-1D3D0CF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F9917C-31BA-4982-BCEB-8AD48F4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DE25A3-578D-48A4-8CE2-7A20B207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16A61967-7158-42A9-930C-C021F11B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F80CFB55-F915-4A96-8935-CA300A39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917D5C74-427D-4C4A-8A3C-2EB8334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953ADE-EBC1-4E51-8051-1C1D7AFF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D8F3BB6-8CAB-4675-932B-1C77840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AAD8EDC3-7F43-43EE-8ECD-A713DB73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35762A64-FEE5-4B9D-808B-39829EB8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F66DF70A-20F3-4FC4-9577-13B6925F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B1A1509-B911-4462-95AB-922529F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26979D9-0FDA-4940-8C28-8A7A457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4DF0389F-5D6E-404B-8904-A85513CE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8489F358-9569-4062-AC8B-B1F5E86C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0E16EF61-1F22-463B-BC90-B43B1C37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B6C2CE1-948B-42B3-9203-BBA6649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F2399C3-3AA1-4734-9920-9F63A2FB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A5556DA4-C12F-4F97-890D-9EC9268F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0D8F193F-A201-43FA-9222-7CA2C51F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45B6D50D-CEC0-434D-A5BD-4F95F62D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767AA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767AA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E70606AB-94A9-44F2-90F3-615B2CA2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R03 贯穿业务规则、校验职责、区间数据与事务保护</a:t>
            </a:r>
          </a:p>
        </p:txBody>
      </p:sp>
    </p:spTree>
    <p:extLst>
      <p:ext uri="{BB962C8B-B14F-4D97-AF65-F5344CB8AC3E}">
        <p14:creationId xmlns:p14="http://schemas.microsoft.com/office/powerpoint/2010/main" val="17069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3A2857-9825-4009-B87F-561D443D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项目上下文与实际约束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C788D00-40CC-4398-A154-695D4D47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指导文件帮助 AI 找对信息，工程机制负责检查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6F535A5-7861-4171-B30F-F299FEC1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1ECAAD8-20FE-46FF-AA67-ECFA084C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A10FB1-BA00-4E55-AEEA-32CB2405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AGENTS.md 提供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DA0A57-AC6D-4D3A-BB01-A55060DE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项目入口与长期工作约定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97213C-6B91-44DD-9122-AD15C581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运行、测试与恢复方法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171D8F-B47A-4001-AF4D-5D083A7F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允许修改范围和完成标准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C37596-DC1A-4E63-9B0C-DDA21D48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证据记录与持续改进方式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55BD04-F10C-4B8B-AE3C-B1505090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实际环境落实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CC12390-CF54-46CC-A3B4-F2951EF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目录、网络、密钥和工具权限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0F30E0-8206-4EED-BE05-AD357905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测试运行与版本差异审查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54B3389-7B42-4324-9637-C3E85C60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数据库约束与事务边界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5BE01F-81CD-48A3-81EC-3E7F64C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备份、回退与接管责任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10B89363-4FD2-4D6E-9C77-995797AB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客户资料、工具能力和授权边界都要有具体来源</a:t>
            </a:r>
          </a:p>
        </p:txBody>
      </p:sp>
    </p:spTree>
    <p:extLst>
      <p:ext uri="{BB962C8B-B14F-4D97-AF65-F5344CB8AC3E}">
        <p14:creationId xmlns:p14="http://schemas.microsoft.com/office/powerpoint/2010/main" val="1493638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2DE527-5F4B-4D2D-A243-B334739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差异审查的四个入口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CE067AF-D890-45DE-98AA-D924830D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审查成本由任务范围与证据质量共同决定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9732BEF-55A9-4B13-87B2-AC5EB464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73D2581-CCFA-4D17-9BB1-B5B62F3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F9AFD2-C15E-4D99-A4E8-0ECABEE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业务预期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AAA7A4-F682-43F5-B2C7-9355D20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测试预期变化有无需求依据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2A2687-986E-4B66-A7CB-8BD2E9E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实现范围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1651047-9906-4826-89EF-C4A0F61E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是否改了任务之外的行为与依赖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5F740D-5187-4577-8E75-F8DF699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数据影响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FC5DB3-5FE9-4BBB-8743-9C2C3592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失败是否留脏数据，取消是否释放时段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25A2F0-4BE7-4D8F-A893-8E0376FB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证据来源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61E64F4-315B-4A82-8F09-2DE592F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命令是否执行，环境与限制是否明确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8A37D739-2F6B-4D13-BD0D-7A7F67F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把审查发现转成下一次可复用的任务约束</a:t>
            </a:r>
          </a:p>
        </p:txBody>
      </p:sp>
    </p:spTree>
    <p:extLst>
      <p:ext uri="{BB962C8B-B14F-4D97-AF65-F5344CB8AC3E}">
        <p14:creationId xmlns:p14="http://schemas.microsoft.com/office/powerpoint/2010/main" val="1269253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A4B52A-5E29-4CB2-BEF0-51C3074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故障一：相邻修复引入重叠回归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637FAEA-663B-42B4-B707-BB24524F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E087265-FC9E-49B9-9ABE-D9CB24D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AC52DC-7ACB-494D-AF17-C33526FC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必须允许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FE85EF-81E3-497F-91BC-A617E8D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2DD77A-C70E-4EF4-A6EC-4FE382E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必须拒绝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F9427E4-FB9E-40F6-B649-D7BC5459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78D06F2C-AF0B-4F83-BC67-5648110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独立验收例子保持稳定，修复后同时回归两种行为</a:t>
            </a:r>
          </a:p>
        </p:txBody>
      </p:sp>
    </p:spTree>
    <p:extLst>
      <p:ext uri="{BB962C8B-B14F-4D97-AF65-F5344CB8AC3E}">
        <p14:creationId xmlns:p14="http://schemas.microsoft.com/office/powerpoint/2010/main" val="10853247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AC0464-C99A-435F-8E14-0EF5DEB5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故障二：检查空闲后仍可能双订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0941EBA-E720-4B77-806D-B32973D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两个请求都读到空闲，并不意味着都能提交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590DEA0-1642-4615-B309-9A8F9C1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2983F37-E6C9-4E6B-AF9B-075A14D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867275"/>
                <a:gridCol w="48672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请求甲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请求乙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检查结果：空闲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/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基于旧判断创建预约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276D5E4D-CF6C-4EC1-84E6-67CFF568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预约与占用格在同一事务内写入，唯一约束阻止双订</a:t>
            </a:r>
          </a:p>
        </p:txBody>
      </p:sp>
    </p:spTree>
    <p:extLst>
      <p:ext uri="{BB962C8B-B14F-4D97-AF65-F5344CB8AC3E}">
        <p14:creationId xmlns:p14="http://schemas.microsoft.com/office/powerpoint/2010/main" val="472637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AFA4D5-3101-4376-BE38-0C494F9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故障三：页面状态与持久化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B73854B-5682-4253-9EFC-F7F7A242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同一种丢记录现象，需要先复现再定位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6217F25E-1924-4BD1-9089-213A22E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C302088-9DF4-4B53-BB2F-385D8C65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BABB64-8C78-496B-AB10-B7D696A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页面刷新后丢失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BAFD89-FC69-48A5-A14D-B5A2DE3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检查是否仅保存在页面内存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7431F2-21EA-4E53-B19D-DA3DDCA6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服务重启后丢失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544362-72EB-40A5-BE08-5412530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检查是否真正提交到正确数据库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2B8BFB6-BE39-40B5-838C-77E98D68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某个日期查不到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D49A98-2587-4BC5-A64D-B2E0146F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检查日期、查询条件和返回内容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CD79385-DCB9-4161-ABF9-8168AA6E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修复完成依据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1F117A0-C6DF-4A22-8149-4D8569AA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刷新与重启验收都通过，旧功能未回归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63F4557E-89B0-4CAB-A16A-120C9096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演示只用教学数据，数据恢复步骤要可重复</a:t>
            </a:r>
          </a:p>
        </p:txBody>
      </p:sp>
    </p:spTree>
    <p:extLst>
      <p:ext uri="{BB962C8B-B14F-4D97-AF65-F5344CB8AC3E}">
        <p14:creationId xmlns:p14="http://schemas.microsoft.com/office/powerpoint/2010/main" val="5131667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236FBD-40A9-429F-B04A-F35A5C41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验证命令与证据记录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76CE584-E3AD-441F-8CDA-8FE417E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FAEA6CA-2D02-4D36-A0AC-9EC7E52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694EE2-ED3E-49DF-B67B-B39AA529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自动检查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66739A-B90E-4A53-AC03-E22AD6B7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python3 -m unittest discover -s demo/tests -v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42CA56-2E9D-48E8-9903-FDF164B8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教学故障对照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99871B-00A5-4C3F-BEB9-CC1C8313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demo/labs/failure_lab.py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1523694A-C685-4591-96B2-17C0193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记录环境、版本、命令、实际结果与未覆盖范围</a:t>
            </a:r>
          </a:p>
        </p:txBody>
      </p:sp>
    </p:spTree>
    <p:extLst>
      <p:ext uri="{BB962C8B-B14F-4D97-AF65-F5344CB8AC3E}">
        <p14:creationId xmlns:p14="http://schemas.microsoft.com/office/powerpoint/2010/main" val="20180318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89D64D-6FCE-41C1-9A3E-8CA0CC46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本地演示与恢复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B8B3211-93CC-432C-A92E-D4C17F6E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7D5F74D-29A9-40CF-8255-BD7D358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F60FEA-7CA5-4959-A928-5C3DFC7C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启动本地示例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53A516-F038-4CBC-AB2B-863A4561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AD2279-1ABD-4CC9-A54A-6A75F60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浏览器地址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54A11B-32F4-4AFC-ADCC-DC3D7652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F860A3E8-CE43-47BE-82BE-8FED9641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恢复同时考虑程序版本与教学数据库，恢复后重跑验收</a:t>
            </a:r>
          </a:p>
        </p:txBody>
      </p:sp>
    </p:spTree>
    <p:extLst>
      <p:ext uri="{BB962C8B-B14F-4D97-AF65-F5344CB8AC3E}">
        <p14:creationId xmlns:p14="http://schemas.microsoft.com/office/powerpoint/2010/main" val="14917374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EDAC9C-5EFF-4D5E-86AC-1D329A72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审批变更与阶段报告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5E7824B-45DA-4CFC-8A00-B53C979B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工程评估必须能支持客户承诺调整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23DC475-3625-4BF9-8EB8-4BE53A12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F16AA1A-84A5-4F1E-B42E-0053473D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A931B3-D596-41F1-A14F-7A7AE4CA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影响分析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62F7F4C-DEA9-43EF-BD89-8C84D303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审批人、驳回与占用规则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477DBE-5A1A-43FD-8BEB-7CF2DB29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状态与权限、数据及接口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04D73E-7E63-4942-9D14-C31C06AD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返工、回归、迁移与材料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67C80D-C425-4954-9225-BB30BDB7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关键路径、并行工作与外部等待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FB4E3E-5CFD-4279-A94E-32F907BE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阶段报告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1F0EE9-AC1B-42A8-9B87-B15043F7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原承诺与当前批准承诺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AF359B-37DE-4BAF-8AC0-C9D28559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已验证成果及证据链接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F4A570-7699-4DAC-B671-A39AD0CC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剩余工作与最新预测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5732993-1FC3-474B-872E-4414BDBE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待决策方案、负责人及前提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9D7CE1A0-9AE7-4F28-84C4-154B0DA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待确认范围保持待决，批准后更新需求与计划基线</a:t>
            </a:r>
          </a:p>
        </p:txBody>
      </p:sp>
    </p:spTree>
    <p:extLst>
      <p:ext uri="{BB962C8B-B14F-4D97-AF65-F5344CB8AC3E}">
        <p14:creationId xmlns:p14="http://schemas.microsoft.com/office/powerpoint/2010/main" val="2854449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EE87D0-8A6E-4903-904B-48C8088C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部署与 DfX 的最低说明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8721215-2785-4668-ACB4-12FC4DC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以场景确定质量目标和验证证据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F0B130ED-EA41-464D-A1F3-8457F25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9BD3A8-0535-406B-A2B9-DF618FD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关注点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本例与真实项目的衔接</a:t>
                      </a:r>
                    </a:p>
                  </a:txBody>
                  <a:tcPr marL="152400" marR="152400" marT="104775" marB="104775" anchor="ctr">
                    <a:solidFill>
                      <a:srgbClr val="3767A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环境与准入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本地演示，真实项目确认环境、组件和数据连接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一致性与可靠性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同一时段只成功一次，验证失败与恢复路径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安全与权限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本例无登录，新增审批需要身份及权限设计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运维与性能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指定责任人、指标、验证环境和遗留限制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24A863C7-3775-4084-8836-28E8F439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本课程保留规划与验收概要，不展开产品选型</a:t>
            </a:r>
          </a:p>
        </p:txBody>
      </p:sp>
    </p:spTree>
    <p:extLst>
      <p:ext uri="{BB962C8B-B14F-4D97-AF65-F5344CB8AC3E}">
        <p14:creationId xmlns:p14="http://schemas.microsoft.com/office/powerpoint/2010/main" val="3782645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4342FE-DF0C-4159-BE0C-F45D123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工具接续与导师培养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A9C4A09-9BBD-408C-A776-3ECBA83E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关键判断需要能够被另一个人接手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93C10F8-7494-4A4B-9854-AF354DF7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B6673A-26E0-4651-9CC4-A8168B36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3FE6E7-6C71-4CE8-9FC8-1AA904EC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工具接续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2C138B-2632-4E49-8474-3B0A86DC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保存任务、版本、差异和测试证据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C724B0-B8A1-44ED-87C3-1CADFC9B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记录工具与模型版本、成本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B86D696-8170-42AF-BEC8-6B591A87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工具不可用时依据材料继续任务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C32565-7540-418D-8460-47DDAC30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替代工具仍需满足数据和权限要求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96520A-29F4-4E15-B1B7-17F4FA0E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导师培养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F1CB98-698F-403C-83A1-B62A9204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把审查理由写成可复用例子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E0782F-51DE-40CB-9D11-E9DFA600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帮助新手提供可复现问题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0AF0D49-8B31-4133-8ECD-2600E4C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用新故障检验诊断与恢复能力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29A8263-D742-4FF3-B6BB-43B1DB0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复盘审查耗时与返工原因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612D09A6-8066-45D4-8C57-4BD5C27C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形成能独立验收与恢复的人才梯队</a:t>
            </a:r>
          </a:p>
        </p:txBody>
      </p:sp>
    </p:spTree>
    <p:extLst>
      <p:ext uri="{BB962C8B-B14F-4D97-AF65-F5344CB8AC3E}">
        <p14:creationId xmlns:p14="http://schemas.microsoft.com/office/powerpoint/2010/main" val="13036156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E49DB3-675B-4921-A7F5-1105272A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工程师考核与持续改进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768DD0A-E4D6-41FC-9712-B3BB514C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处理一个未原样讲过的变更或故障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10265FE-AC6E-4FCB-926F-A86F0C9D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工程师版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41152E-E4E4-4568-944B-209870F4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1FE7B0-81E9-4DCA-8C4A-4E195AE2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提交的证据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18A918-F0CE-4BE5-BE58-511E5E8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独立写出的验收与修改边界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04855D0-209C-48A5-9CE6-40D3577A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最短复现及根因说明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C2F11A-9A0C-4AC9-ADE6-27C6E945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代码差异与回归结果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17B59B-BCF7-43B0-BC62-C286D197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接受、退回或恢复的依据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AF64779-6F7A-4C75-B843-47A453A8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复盘与改进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E30981-07A1-4B37-8F47-6A37AB61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哪里需要补上下文或检查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9BFE32C-86B2-4694-A0D0-DC8556FD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审查与返工花了多少时间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9E4C3A-F35C-40AD-B6AF-71DE37E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哪些规则适合进入 AGENTS.md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27A770-FFFB-4E70-883A-2E209435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关联代码、图与课件是否同步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90384BE5-BBA4-40F8-A171-3A16F2EC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3767AA"/>
                </a:solidFill>
                <a:latin typeface="Arial Unicode MS"/>
                <a:ea typeface="Arial Unicode MS"/>
                <a:cs typeface="Arial Unicode MS"/>
              </a:rPr>
              <a:t>能解释为什么可信，才形成可复用的委派能力</a:t>
            </a:r>
          </a:p>
        </p:txBody>
      </p:sp>
    </p:spTree>
    <p:extLst>
      <p:ext uri="{BB962C8B-B14F-4D97-AF65-F5344CB8AC3E}">
        <p14:creationId xmlns:p14="http://schemas.microsoft.com/office/powerpoint/2010/main" val="1360211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2026-10-03T05:41:57.7460000Z</dcterms:created>
  <dcterms:modified xsi:type="dcterms:W3CDTF">2026-10-03T05:41:57.7460000Z</dcterms:modified>
</coreProperties>
</file>